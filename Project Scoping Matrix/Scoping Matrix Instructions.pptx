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2"/>
  </p:notesMasterIdLst>
  <p:sldIdLst>
    <p:sldId id="298" r:id="rId5"/>
    <p:sldId id="294" r:id="rId6"/>
    <p:sldId id="284" r:id="rId7"/>
    <p:sldId id="296" r:id="rId8"/>
    <p:sldId id="297" r:id="rId9"/>
    <p:sldId id="256" r:id="rId10"/>
    <p:sldId id="29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4C24"/>
    <a:srgbClr val="02366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5" d="100"/>
          <a:sy n="95" d="100"/>
        </p:scale>
        <p:origin x="16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on Locher" userId="f6080fdb-9dd1-488f-a163-57fc93326b58" providerId="ADAL" clId="{85BE6775-C0BE-4FE4-A1FB-43E927BFF83F}"/>
    <pc:docChg chg="custSel addSld delSld modSld">
      <pc:chgData name="Devon Locher" userId="f6080fdb-9dd1-488f-a163-57fc93326b58" providerId="ADAL" clId="{85BE6775-C0BE-4FE4-A1FB-43E927BFF83F}" dt="2025-09-02T17:29:24.112" v="295" actId="2696"/>
      <pc:docMkLst>
        <pc:docMk/>
      </pc:docMkLst>
      <pc:sldChg chg="addSp delSp modSp mod">
        <pc:chgData name="Devon Locher" userId="f6080fdb-9dd1-488f-a163-57fc93326b58" providerId="ADAL" clId="{85BE6775-C0BE-4FE4-A1FB-43E927BFF83F}" dt="2025-09-02T17:11:24.131" v="174" actId="1076"/>
        <pc:sldMkLst>
          <pc:docMk/>
          <pc:sldMk cId="1734427791" sldId="256"/>
        </pc:sldMkLst>
      </pc:sldChg>
      <pc:sldChg chg="del">
        <pc:chgData name="Devon Locher" userId="f6080fdb-9dd1-488f-a163-57fc93326b58" providerId="ADAL" clId="{85BE6775-C0BE-4FE4-A1FB-43E927BFF83F}" dt="2025-09-02T17:23:09.637" v="258" actId="2696"/>
        <pc:sldMkLst>
          <pc:docMk/>
          <pc:sldMk cId="4031125446" sldId="266"/>
        </pc:sldMkLst>
      </pc:sldChg>
      <pc:sldChg chg="del">
        <pc:chgData name="Devon Locher" userId="f6080fdb-9dd1-488f-a163-57fc93326b58" providerId="ADAL" clId="{85BE6775-C0BE-4FE4-A1FB-43E927BFF83F}" dt="2025-09-02T17:29:24.112" v="295" actId="2696"/>
        <pc:sldMkLst>
          <pc:docMk/>
          <pc:sldMk cId="3128852319" sldId="270"/>
        </pc:sldMkLst>
      </pc:sldChg>
      <pc:sldChg chg="del">
        <pc:chgData name="Devon Locher" userId="f6080fdb-9dd1-488f-a163-57fc93326b58" providerId="ADAL" clId="{85BE6775-C0BE-4FE4-A1FB-43E927BFF83F}" dt="2025-09-02T17:29:19.630" v="293" actId="2696"/>
        <pc:sldMkLst>
          <pc:docMk/>
          <pc:sldMk cId="3353103114" sldId="271"/>
        </pc:sldMkLst>
      </pc:sldChg>
      <pc:sldChg chg="del">
        <pc:chgData name="Devon Locher" userId="f6080fdb-9dd1-488f-a163-57fc93326b58" providerId="ADAL" clId="{85BE6775-C0BE-4FE4-A1FB-43E927BFF83F}" dt="2025-09-02T17:29:21.789" v="294" actId="2696"/>
        <pc:sldMkLst>
          <pc:docMk/>
          <pc:sldMk cId="3810229068" sldId="272"/>
        </pc:sldMkLst>
      </pc:sldChg>
      <pc:sldChg chg="del">
        <pc:chgData name="Devon Locher" userId="f6080fdb-9dd1-488f-a163-57fc93326b58" providerId="ADAL" clId="{85BE6775-C0BE-4FE4-A1FB-43E927BFF83F}" dt="2025-09-02T17:22:03.940" v="248" actId="2696"/>
        <pc:sldMkLst>
          <pc:docMk/>
          <pc:sldMk cId="1894876983" sldId="275"/>
        </pc:sldMkLst>
      </pc:sldChg>
      <pc:sldChg chg="modSp mod">
        <pc:chgData name="Devon Locher" userId="f6080fdb-9dd1-488f-a163-57fc93326b58" providerId="ADAL" clId="{85BE6775-C0BE-4FE4-A1FB-43E927BFF83F}" dt="2025-09-02T17:16:46.803" v="178" actId="20577"/>
        <pc:sldMkLst>
          <pc:docMk/>
          <pc:sldMk cId="273251447" sldId="284"/>
        </pc:sldMkLst>
      </pc:sldChg>
      <pc:sldChg chg="modSp mod">
        <pc:chgData name="Devon Locher" userId="f6080fdb-9dd1-488f-a163-57fc93326b58" providerId="ADAL" clId="{85BE6775-C0BE-4FE4-A1FB-43E927BFF83F}" dt="2025-08-21T02:30:01.658" v="11" actId="20577"/>
        <pc:sldMkLst>
          <pc:docMk/>
          <pc:sldMk cId="1572654590" sldId="286"/>
        </pc:sldMkLst>
      </pc:sldChg>
      <pc:sldChg chg="modSp mod">
        <pc:chgData name="Devon Locher" userId="f6080fdb-9dd1-488f-a163-57fc93326b58" providerId="ADAL" clId="{85BE6775-C0BE-4FE4-A1FB-43E927BFF83F}" dt="2025-08-21T02:30:37.487" v="43" actId="20577"/>
        <pc:sldMkLst>
          <pc:docMk/>
          <pc:sldMk cId="1598494734" sldId="288"/>
        </pc:sldMkLst>
      </pc:sldChg>
      <pc:sldChg chg="modSp mod">
        <pc:chgData name="Devon Locher" userId="f6080fdb-9dd1-488f-a163-57fc93326b58" providerId="ADAL" clId="{85BE6775-C0BE-4FE4-A1FB-43E927BFF83F}" dt="2025-09-02T17:18:06.574" v="193" actId="20577"/>
        <pc:sldMkLst>
          <pc:docMk/>
          <pc:sldMk cId="2790450853" sldId="294"/>
        </pc:sldMkLst>
      </pc:sldChg>
      <pc:sldChg chg="addSp delSp modSp mod">
        <pc:chgData name="Devon Locher" userId="f6080fdb-9dd1-488f-a163-57fc93326b58" providerId="ADAL" clId="{85BE6775-C0BE-4FE4-A1FB-43E927BFF83F}" dt="2025-09-02T17:28:54.517" v="292" actId="20577"/>
        <pc:sldMkLst>
          <pc:docMk/>
          <pc:sldMk cId="968675189" sldId="299"/>
        </pc:sldMkLst>
      </pc:sldChg>
      <pc:sldChg chg="addSp delSp modSp add mod">
        <pc:chgData name="Devon Locher" userId="f6080fdb-9dd1-488f-a163-57fc93326b58" providerId="ADAL" clId="{85BE6775-C0BE-4FE4-A1FB-43E927BFF83F}" dt="2025-09-02T17:21:50.445" v="247" actId="14100"/>
        <pc:sldMkLst>
          <pc:docMk/>
          <pc:sldMk cId="3996787134" sldId="300"/>
        </pc:sldMkLst>
      </pc:sldChg>
      <pc:sldChg chg="addSp delSp modSp add mod">
        <pc:chgData name="Devon Locher" userId="f6080fdb-9dd1-488f-a163-57fc93326b58" providerId="ADAL" clId="{85BE6775-C0BE-4FE4-A1FB-43E927BFF83F}" dt="2025-09-02T17:23:05.144" v="257" actId="14100"/>
        <pc:sldMkLst>
          <pc:docMk/>
          <pc:sldMk cId="2854047517" sldId="301"/>
        </pc:sldMkLst>
      </pc:sldChg>
    </pc:docChg>
  </pc:docChgLst>
  <pc:docChgLst>
    <pc:chgData name="Devon Locher" userId="f6080fdb-9dd1-488f-a163-57fc93326b58" providerId="ADAL" clId="{DDA1F4B2-6581-4020-809A-BFC86E6B4461}"/>
    <pc:docChg chg="undo custSel addSld delSld modSld sldOrd">
      <pc:chgData name="Devon Locher" userId="f6080fdb-9dd1-488f-a163-57fc93326b58" providerId="ADAL" clId="{DDA1F4B2-6581-4020-809A-BFC86E6B4461}" dt="2025-02-09T19:52:32.757" v="1057" actId="14100"/>
      <pc:docMkLst>
        <pc:docMk/>
      </pc:docMkLst>
      <pc:sldChg chg="ord">
        <pc:chgData name="Devon Locher" userId="f6080fdb-9dd1-488f-a163-57fc93326b58" providerId="ADAL" clId="{DDA1F4B2-6581-4020-809A-BFC86E6B4461}" dt="2025-02-09T15:41:41.320" v="108"/>
        <pc:sldMkLst>
          <pc:docMk/>
          <pc:sldMk cId="1734427791" sldId="256"/>
        </pc:sldMkLst>
      </pc:sldChg>
      <pc:sldChg chg="delSp modSp mod">
        <pc:chgData name="Devon Locher" userId="f6080fdb-9dd1-488f-a163-57fc93326b58" providerId="ADAL" clId="{DDA1F4B2-6581-4020-809A-BFC86E6B4461}" dt="2025-02-09T19:50:22.388" v="1044" actId="14100"/>
        <pc:sldMkLst>
          <pc:docMk/>
          <pc:sldMk cId="4182008885" sldId="257"/>
        </pc:sldMkLst>
      </pc:sldChg>
      <pc:sldChg chg="delSp modSp mod">
        <pc:chgData name="Devon Locher" userId="f6080fdb-9dd1-488f-a163-57fc93326b58" providerId="ADAL" clId="{DDA1F4B2-6581-4020-809A-BFC86E6B4461}" dt="2025-02-09T19:50:35.251" v="1045" actId="14100"/>
        <pc:sldMkLst>
          <pc:docMk/>
          <pc:sldMk cId="3463275827" sldId="259"/>
        </pc:sldMkLst>
      </pc:sldChg>
      <pc:sldChg chg="delSp modSp mod">
        <pc:chgData name="Devon Locher" userId="f6080fdb-9dd1-488f-a163-57fc93326b58" providerId="ADAL" clId="{DDA1F4B2-6581-4020-809A-BFC86E6B4461}" dt="2025-02-09T19:50:55.767" v="1048" actId="14100"/>
        <pc:sldMkLst>
          <pc:docMk/>
          <pc:sldMk cId="597917774" sldId="260"/>
        </pc:sldMkLst>
      </pc:sldChg>
      <pc:sldChg chg="delSp modSp mod">
        <pc:chgData name="Devon Locher" userId="f6080fdb-9dd1-488f-a163-57fc93326b58" providerId="ADAL" clId="{DDA1F4B2-6581-4020-809A-BFC86E6B4461}" dt="2025-02-09T19:51:14.626" v="1050" actId="14100"/>
        <pc:sldMkLst>
          <pc:docMk/>
          <pc:sldMk cId="1379130076" sldId="261"/>
        </pc:sldMkLst>
      </pc:sldChg>
      <pc:sldChg chg="delSp modSp mod">
        <pc:chgData name="Devon Locher" userId="f6080fdb-9dd1-488f-a163-57fc93326b58" providerId="ADAL" clId="{DDA1F4B2-6581-4020-809A-BFC86E6B4461}" dt="2025-02-09T19:50:41.853" v="1046" actId="14100"/>
        <pc:sldMkLst>
          <pc:docMk/>
          <pc:sldMk cId="3512887626" sldId="263"/>
        </pc:sldMkLst>
      </pc:sldChg>
      <pc:sldChg chg="delSp modSp mod">
        <pc:chgData name="Devon Locher" userId="f6080fdb-9dd1-488f-a163-57fc93326b58" providerId="ADAL" clId="{DDA1F4B2-6581-4020-809A-BFC86E6B4461}" dt="2025-02-09T19:50:48.936" v="1047" actId="14100"/>
        <pc:sldMkLst>
          <pc:docMk/>
          <pc:sldMk cId="296657168" sldId="264"/>
        </pc:sldMkLst>
      </pc:sldChg>
      <pc:sldChg chg="delSp modSp mod">
        <pc:chgData name="Devon Locher" userId="f6080fdb-9dd1-488f-a163-57fc93326b58" providerId="ADAL" clId="{DDA1F4B2-6581-4020-809A-BFC86E6B4461}" dt="2025-02-09T19:51:03.094" v="1049" actId="14100"/>
        <pc:sldMkLst>
          <pc:docMk/>
          <pc:sldMk cId="3539308741" sldId="265"/>
        </pc:sldMkLst>
      </pc:sldChg>
      <pc:sldChg chg="delSp modSp mod">
        <pc:chgData name="Devon Locher" userId="f6080fdb-9dd1-488f-a163-57fc93326b58" providerId="ADAL" clId="{DDA1F4B2-6581-4020-809A-BFC86E6B4461}" dt="2025-02-09T19:49:15.329" v="1040" actId="14100"/>
        <pc:sldMkLst>
          <pc:docMk/>
          <pc:sldMk cId="4031125446" sldId="266"/>
        </pc:sldMkLst>
      </pc:sldChg>
      <pc:sldChg chg="delSp modSp mod">
        <pc:chgData name="Devon Locher" userId="f6080fdb-9dd1-488f-a163-57fc93326b58" providerId="ADAL" clId="{DDA1F4B2-6581-4020-809A-BFC86E6B4461}" dt="2025-02-09T19:52:25.925" v="1056" actId="14100"/>
        <pc:sldMkLst>
          <pc:docMk/>
          <pc:sldMk cId="4092036609" sldId="267"/>
        </pc:sldMkLst>
      </pc:sldChg>
      <pc:sldChg chg="delSp modSp mod">
        <pc:chgData name="Devon Locher" userId="f6080fdb-9dd1-488f-a163-57fc93326b58" providerId="ADAL" clId="{DDA1F4B2-6581-4020-809A-BFC86E6B4461}" dt="2025-02-09T19:52:01.460" v="1052" actId="14100"/>
        <pc:sldMkLst>
          <pc:docMk/>
          <pc:sldMk cId="1242496539" sldId="268"/>
        </pc:sldMkLst>
      </pc:sldChg>
      <pc:sldChg chg="delSp modSp mod">
        <pc:chgData name="Devon Locher" userId="f6080fdb-9dd1-488f-a163-57fc93326b58" providerId="ADAL" clId="{DDA1F4B2-6581-4020-809A-BFC86E6B4461}" dt="2025-02-09T19:51:20.616" v="1051" actId="14100"/>
        <pc:sldMkLst>
          <pc:docMk/>
          <pc:sldMk cId="2486723626" sldId="269"/>
        </pc:sldMkLst>
      </pc:sldChg>
      <pc:sldChg chg="delSp modSp mod">
        <pc:chgData name="Devon Locher" userId="f6080fdb-9dd1-488f-a163-57fc93326b58" providerId="ADAL" clId="{DDA1F4B2-6581-4020-809A-BFC86E6B4461}" dt="2025-02-09T19:52:06.948" v="1053" actId="14100"/>
        <pc:sldMkLst>
          <pc:docMk/>
          <pc:sldMk cId="3128852319" sldId="270"/>
        </pc:sldMkLst>
      </pc:sldChg>
      <pc:sldChg chg="delSp modSp mod">
        <pc:chgData name="Devon Locher" userId="f6080fdb-9dd1-488f-a163-57fc93326b58" providerId="ADAL" clId="{DDA1F4B2-6581-4020-809A-BFC86E6B4461}" dt="2025-02-09T19:52:20.514" v="1055" actId="14100"/>
        <pc:sldMkLst>
          <pc:docMk/>
          <pc:sldMk cId="3353103114" sldId="271"/>
        </pc:sldMkLst>
      </pc:sldChg>
      <pc:sldChg chg="delSp modSp mod">
        <pc:chgData name="Devon Locher" userId="f6080fdb-9dd1-488f-a163-57fc93326b58" providerId="ADAL" clId="{DDA1F4B2-6581-4020-809A-BFC86E6B4461}" dt="2025-02-09T19:52:13.939" v="1054" actId="14100"/>
        <pc:sldMkLst>
          <pc:docMk/>
          <pc:sldMk cId="3810229068" sldId="272"/>
        </pc:sldMkLst>
      </pc:sldChg>
      <pc:sldChg chg="addSp delSp modSp mod">
        <pc:chgData name="Devon Locher" userId="f6080fdb-9dd1-488f-a163-57fc93326b58" providerId="ADAL" clId="{DDA1F4B2-6581-4020-809A-BFC86E6B4461}" dt="2025-02-09T19:52:32.757" v="1057" actId="14100"/>
        <pc:sldMkLst>
          <pc:docMk/>
          <pc:sldMk cId="2311113899" sldId="273"/>
        </pc:sldMkLst>
      </pc:sldChg>
      <pc:sldChg chg="addSp delSp modSp mod">
        <pc:chgData name="Devon Locher" userId="f6080fdb-9dd1-488f-a163-57fc93326b58" providerId="ADAL" clId="{DDA1F4B2-6581-4020-809A-BFC86E6B4461}" dt="2025-02-09T19:50:11.901" v="1043" actId="14100"/>
        <pc:sldMkLst>
          <pc:docMk/>
          <pc:sldMk cId="1894876983" sldId="275"/>
        </pc:sldMkLst>
      </pc:sldChg>
      <pc:sldChg chg="new del">
        <pc:chgData name="Devon Locher" userId="f6080fdb-9dd1-488f-a163-57fc93326b58" providerId="ADAL" clId="{DDA1F4B2-6581-4020-809A-BFC86E6B4461}" dt="2025-02-09T15:34:29.949" v="9" actId="2696"/>
        <pc:sldMkLst>
          <pc:docMk/>
          <pc:sldMk cId="4081017876" sldId="276"/>
        </pc:sldMkLst>
      </pc:sldChg>
      <pc:sldChg chg="new del">
        <pc:chgData name="Devon Locher" userId="f6080fdb-9dd1-488f-a163-57fc93326b58" providerId="ADAL" clId="{DDA1F4B2-6581-4020-809A-BFC86E6B4461}" dt="2025-02-09T15:34:29.949" v="9" actId="2696"/>
        <pc:sldMkLst>
          <pc:docMk/>
          <pc:sldMk cId="2504586870" sldId="277"/>
        </pc:sldMkLst>
      </pc:sldChg>
      <pc:sldChg chg="new del">
        <pc:chgData name="Devon Locher" userId="f6080fdb-9dd1-488f-a163-57fc93326b58" providerId="ADAL" clId="{DDA1F4B2-6581-4020-809A-BFC86E6B4461}" dt="2025-02-09T15:34:29.949" v="9" actId="2696"/>
        <pc:sldMkLst>
          <pc:docMk/>
          <pc:sldMk cId="2877206682" sldId="278"/>
        </pc:sldMkLst>
      </pc:sldChg>
      <pc:sldChg chg="new del">
        <pc:chgData name="Devon Locher" userId="f6080fdb-9dd1-488f-a163-57fc93326b58" providerId="ADAL" clId="{DDA1F4B2-6581-4020-809A-BFC86E6B4461}" dt="2025-02-09T15:34:32.845" v="10" actId="2696"/>
        <pc:sldMkLst>
          <pc:docMk/>
          <pc:sldMk cId="3709987791" sldId="279"/>
        </pc:sldMkLst>
      </pc:sldChg>
      <pc:sldChg chg="add del">
        <pc:chgData name="Devon Locher" userId="f6080fdb-9dd1-488f-a163-57fc93326b58" providerId="ADAL" clId="{DDA1F4B2-6581-4020-809A-BFC86E6B4461}" dt="2025-02-09T15:34:19.424" v="7" actId="2696"/>
        <pc:sldMkLst>
          <pc:docMk/>
          <pc:sldMk cId="2957112434" sldId="280"/>
        </pc:sldMkLst>
      </pc:sldChg>
      <pc:sldChg chg="delSp modSp add mod">
        <pc:chgData name="Devon Locher" userId="f6080fdb-9dd1-488f-a163-57fc93326b58" providerId="ADAL" clId="{DDA1F4B2-6581-4020-809A-BFC86E6B4461}" dt="2025-02-09T17:47:18.037" v="1014" actId="113"/>
        <pc:sldMkLst>
          <pc:docMk/>
          <pc:sldMk cId="3604494242" sldId="280"/>
        </pc:sldMkLst>
      </pc:sldChg>
      <pc:sldChg chg="new del">
        <pc:chgData name="Devon Locher" userId="f6080fdb-9dd1-488f-a163-57fc93326b58" providerId="ADAL" clId="{DDA1F4B2-6581-4020-809A-BFC86E6B4461}" dt="2025-02-09T15:34:05.613" v="5" actId="2696"/>
        <pc:sldMkLst>
          <pc:docMk/>
          <pc:sldMk cId="3920484776" sldId="280"/>
        </pc:sldMkLst>
      </pc:sldChg>
      <pc:sldChg chg="modSp add mod">
        <pc:chgData name="Devon Locher" userId="f6080fdb-9dd1-488f-a163-57fc93326b58" providerId="ADAL" clId="{DDA1F4B2-6581-4020-809A-BFC86E6B4461}" dt="2025-02-09T17:42:11.048" v="748" actId="14100"/>
        <pc:sldMkLst>
          <pc:docMk/>
          <pc:sldMk cId="188459424" sldId="281"/>
        </pc:sldMkLst>
      </pc:sldChg>
      <pc:sldChg chg="addSp delSp modSp add del mod">
        <pc:chgData name="Devon Locher" userId="f6080fdb-9dd1-488f-a163-57fc93326b58" providerId="ADAL" clId="{DDA1F4B2-6581-4020-809A-BFC86E6B4461}" dt="2025-02-09T15:41:29.865" v="104" actId="2696"/>
        <pc:sldMkLst>
          <pc:docMk/>
          <pc:sldMk cId="458376253" sldId="282"/>
        </pc:sldMkLst>
      </pc:sldChg>
      <pc:sldChg chg="addSp modSp add del mod">
        <pc:chgData name="Devon Locher" userId="f6080fdb-9dd1-488f-a163-57fc93326b58" providerId="ADAL" clId="{DDA1F4B2-6581-4020-809A-BFC86E6B4461}" dt="2025-02-09T15:43:57.639" v="142" actId="2696"/>
        <pc:sldMkLst>
          <pc:docMk/>
          <pc:sldMk cId="3770068925" sldId="283"/>
        </pc:sldMkLst>
      </pc:sldChg>
      <pc:sldChg chg="modSp add mod ord">
        <pc:chgData name="Devon Locher" userId="f6080fdb-9dd1-488f-a163-57fc93326b58" providerId="ADAL" clId="{DDA1F4B2-6581-4020-809A-BFC86E6B4461}" dt="2025-02-09T19:48:13.122" v="1033" actId="1076"/>
        <pc:sldMkLst>
          <pc:docMk/>
          <pc:sldMk cId="273251447" sldId="284"/>
        </pc:sldMkLst>
      </pc:sldChg>
      <pc:sldChg chg="addSp modSp add mod">
        <pc:chgData name="Devon Locher" userId="f6080fdb-9dd1-488f-a163-57fc93326b58" providerId="ADAL" clId="{DDA1F4B2-6581-4020-809A-BFC86E6B4461}" dt="2025-02-09T17:42:04.423" v="747" actId="1076"/>
        <pc:sldMkLst>
          <pc:docMk/>
          <pc:sldMk cId="4125917480" sldId="285"/>
        </pc:sldMkLst>
      </pc:sldChg>
      <pc:sldChg chg="delSp modSp add mod ord">
        <pc:chgData name="Devon Locher" userId="f6080fdb-9dd1-488f-a163-57fc93326b58" providerId="ADAL" clId="{DDA1F4B2-6581-4020-809A-BFC86E6B4461}" dt="2025-02-09T17:41:31.115" v="745" actId="403"/>
        <pc:sldMkLst>
          <pc:docMk/>
          <pc:sldMk cId="1572654590" sldId="286"/>
        </pc:sldMkLst>
      </pc:sldChg>
      <pc:sldChg chg="addSp delSp modSp add mod">
        <pc:chgData name="Devon Locher" userId="f6080fdb-9dd1-488f-a163-57fc93326b58" providerId="ADAL" clId="{DDA1F4B2-6581-4020-809A-BFC86E6B4461}" dt="2025-02-09T17:40:26.726" v="715" actId="20577"/>
        <pc:sldMkLst>
          <pc:docMk/>
          <pc:sldMk cId="228448030" sldId="287"/>
        </pc:sldMkLst>
      </pc:sldChg>
      <pc:sldChg chg="modSp add mod ord">
        <pc:chgData name="Devon Locher" userId="f6080fdb-9dd1-488f-a163-57fc93326b58" providerId="ADAL" clId="{DDA1F4B2-6581-4020-809A-BFC86E6B4461}" dt="2025-02-09T16:56:18.677" v="553"/>
        <pc:sldMkLst>
          <pc:docMk/>
          <pc:sldMk cId="1598494734" sldId="288"/>
        </pc:sldMkLst>
      </pc:sldChg>
      <pc:sldChg chg="addSp delSp modSp add mod">
        <pc:chgData name="Devon Locher" userId="f6080fdb-9dd1-488f-a163-57fc93326b58" providerId="ADAL" clId="{DDA1F4B2-6581-4020-809A-BFC86E6B4461}" dt="2025-02-09T17:04:42.901" v="616" actId="1076"/>
        <pc:sldMkLst>
          <pc:docMk/>
          <pc:sldMk cId="3010523022" sldId="289"/>
        </pc:sldMkLst>
      </pc:sldChg>
      <pc:sldChg chg="addSp delSp modSp add mod">
        <pc:chgData name="Devon Locher" userId="f6080fdb-9dd1-488f-a163-57fc93326b58" providerId="ADAL" clId="{DDA1F4B2-6581-4020-809A-BFC86E6B4461}" dt="2025-02-09T17:06:07.691" v="621" actId="1076"/>
        <pc:sldMkLst>
          <pc:docMk/>
          <pc:sldMk cId="1863597369" sldId="290"/>
        </pc:sldMkLst>
      </pc:sldChg>
      <pc:sldChg chg="addSp delSp modSp add mod">
        <pc:chgData name="Devon Locher" userId="f6080fdb-9dd1-488f-a163-57fc93326b58" providerId="ADAL" clId="{DDA1F4B2-6581-4020-809A-BFC86E6B4461}" dt="2025-02-09T17:40:47.939" v="736" actId="20577"/>
        <pc:sldMkLst>
          <pc:docMk/>
          <pc:sldMk cId="3284637928" sldId="291"/>
        </pc:sldMkLst>
      </pc:sldChg>
      <pc:sldChg chg="addSp delSp modSp add mod">
        <pc:chgData name="Devon Locher" userId="f6080fdb-9dd1-488f-a163-57fc93326b58" providerId="ADAL" clId="{DDA1F4B2-6581-4020-809A-BFC86E6B4461}" dt="2025-02-09T17:36:00.781" v="681" actId="1076"/>
        <pc:sldMkLst>
          <pc:docMk/>
          <pc:sldMk cId="1119983267" sldId="292"/>
        </pc:sldMkLst>
      </pc:sldChg>
      <pc:sldChg chg="addSp delSp modSp add mod">
        <pc:chgData name="Devon Locher" userId="f6080fdb-9dd1-488f-a163-57fc93326b58" providerId="ADAL" clId="{DDA1F4B2-6581-4020-809A-BFC86E6B4461}" dt="2025-02-09T17:39:04.784" v="707" actId="1076"/>
        <pc:sldMkLst>
          <pc:docMk/>
          <pc:sldMk cId="2403983038" sldId="293"/>
        </pc:sldMkLst>
      </pc:sldChg>
      <pc:sldChg chg="add">
        <pc:chgData name="Devon Locher" userId="f6080fdb-9dd1-488f-a163-57fc93326b58" providerId="ADAL" clId="{DDA1F4B2-6581-4020-809A-BFC86E6B4461}" dt="2025-02-09T17:42:43.796" v="749" actId="2890"/>
        <pc:sldMkLst>
          <pc:docMk/>
          <pc:sldMk cId="2790450853" sldId="294"/>
        </pc:sldMkLst>
      </pc:sldChg>
    </pc:docChg>
  </pc:docChgLst>
  <pc:docChgLst>
    <pc:chgData name="Devon Locher" userId="f6080fdb-9dd1-488f-a163-57fc93326b58" providerId="ADAL" clId="{B86E56EE-5A8D-4E81-9D90-E379C8C44660}"/>
    <pc:docChg chg="addSld delSld modSld">
      <pc:chgData name="Devon Locher" userId="f6080fdb-9dd1-488f-a163-57fc93326b58" providerId="ADAL" clId="{B86E56EE-5A8D-4E81-9D90-E379C8C44660}" dt="2024-11-14T14:17:07.795" v="2" actId="2696"/>
      <pc:docMkLst>
        <pc:docMk/>
      </pc:docMkLst>
      <pc:sldChg chg="modSp del mod">
        <pc:chgData name="Devon Locher" userId="f6080fdb-9dd1-488f-a163-57fc93326b58" providerId="ADAL" clId="{B86E56EE-5A8D-4E81-9D90-E379C8C44660}" dt="2024-11-14T14:17:07.795" v="2" actId="2696"/>
        <pc:sldMkLst>
          <pc:docMk/>
          <pc:sldMk cId="223396137" sldId="274"/>
        </pc:sldMkLst>
      </pc:sldChg>
      <pc:sldChg chg="add">
        <pc:chgData name="Devon Locher" userId="f6080fdb-9dd1-488f-a163-57fc93326b58" providerId="ADAL" clId="{B86E56EE-5A8D-4E81-9D90-E379C8C44660}" dt="2024-11-14T14:16:37.123" v="0" actId="2890"/>
        <pc:sldMkLst>
          <pc:docMk/>
          <pc:sldMk cId="1894876983" sldId="275"/>
        </pc:sldMkLst>
      </pc:sldChg>
    </pc:docChg>
  </pc:docChgLst>
  <pc:docChgLst>
    <pc:chgData name="Devon Locher" userId="f6080fdb-9dd1-488f-a163-57fc93326b58" providerId="ADAL" clId="{B2E5015F-E666-4B18-A6FB-4D133793CFFB}"/>
    <pc:docChg chg="modSld">
      <pc:chgData name="Devon Locher" userId="f6080fdb-9dd1-488f-a163-57fc93326b58" providerId="ADAL" clId="{B2E5015F-E666-4B18-A6FB-4D133793CFFB}" dt="2025-02-12T00:38:23.407" v="1"/>
      <pc:docMkLst>
        <pc:docMk/>
      </pc:docMkLst>
      <pc:sldChg chg="setBg">
        <pc:chgData name="Devon Locher" userId="f6080fdb-9dd1-488f-a163-57fc93326b58" providerId="ADAL" clId="{B2E5015F-E666-4B18-A6FB-4D133793CFFB}" dt="2025-02-12T00:38:23.407" v="1"/>
        <pc:sldMkLst>
          <pc:docMk/>
          <pc:sldMk cId="1734427791" sldId="256"/>
        </pc:sldMkLst>
      </pc:sldChg>
      <pc:sldChg chg="setBg">
        <pc:chgData name="Devon Locher" userId="f6080fdb-9dd1-488f-a163-57fc93326b58" providerId="ADAL" clId="{B2E5015F-E666-4B18-A6FB-4D133793CFFB}" dt="2025-02-12T00:38:23.407" v="1"/>
        <pc:sldMkLst>
          <pc:docMk/>
          <pc:sldMk cId="4182008885" sldId="257"/>
        </pc:sldMkLst>
      </pc:sldChg>
      <pc:sldChg chg="setBg">
        <pc:chgData name="Devon Locher" userId="f6080fdb-9dd1-488f-a163-57fc93326b58" providerId="ADAL" clId="{B2E5015F-E666-4B18-A6FB-4D133793CFFB}" dt="2025-02-12T00:38:23.407" v="1"/>
        <pc:sldMkLst>
          <pc:docMk/>
          <pc:sldMk cId="3463275827" sldId="259"/>
        </pc:sldMkLst>
      </pc:sldChg>
      <pc:sldChg chg="setBg">
        <pc:chgData name="Devon Locher" userId="f6080fdb-9dd1-488f-a163-57fc93326b58" providerId="ADAL" clId="{B2E5015F-E666-4B18-A6FB-4D133793CFFB}" dt="2025-02-12T00:38:23.407" v="1"/>
        <pc:sldMkLst>
          <pc:docMk/>
          <pc:sldMk cId="597917774" sldId="260"/>
        </pc:sldMkLst>
      </pc:sldChg>
      <pc:sldChg chg="setBg">
        <pc:chgData name="Devon Locher" userId="f6080fdb-9dd1-488f-a163-57fc93326b58" providerId="ADAL" clId="{B2E5015F-E666-4B18-A6FB-4D133793CFFB}" dt="2025-02-12T00:38:23.407" v="1"/>
        <pc:sldMkLst>
          <pc:docMk/>
          <pc:sldMk cId="1379130076" sldId="261"/>
        </pc:sldMkLst>
      </pc:sldChg>
      <pc:sldChg chg="setBg">
        <pc:chgData name="Devon Locher" userId="f6080fdb-9dd1-488f-a163-57fc93326b58" providerId="ADAL" clId="{B2E5015F-E666-4B18-A6FB-4D133793CFFB}" dt="2025-02-12T00:38:23.407" v="1"/>
        <pc:sldMkLst>
          <pc:docMk/>
          <pc:sldMk cId="3512887626" sldId="263"/>
        </pc:sldMkLst>
      </pc:sldChg>
      <pc:sldChg chg="setBg">
        <pc:chgData name="Devon Locher" userId="f6080fdb-9dd1-488f-a163-57fc93326b58" providerId="ADAL" clId="{B2E5015F-E666-4B18-A6FB-4D133793CFFB}" dt="2025-02-12T00:38:23.407" v="1"/>
        <pc:sldMkLst>
          <pc:docMk/>
          <pc:sldMk cId="296657168" sldId="264"/>
        </pc:sldMkLst>
      </pc:sldChg>
      <pc:sldChg chg="setBg">
        <pc:chgData name="Devon Locher" userId="f6080fdb-9dd1-488f-a163-57fc93326b58" providerId="ADAL" clId="{B2E5015F-E666-4B18-A6FB-4D133793CFFB}" dt="2025-02-12T00:38:23.407" v="1"/>
        <pc:sldMkLst>
          <pc:docMk/>
          <pc:sldMk cId="3539308741" sldId="265"/>
        </pc:sldMkLst>
      </pc:sldChg>
      <pc:sldChg chg="setBg">
        <pc:chgData name="Devon Locher" userId="f6080fdb-9dd1-488f-a163-57fc93326b58" providerId="ADAL" clId="{B2E5015F-E666-4B18-A6FB-4D133793CFFB}" dt="2025-02-12T00:38:23.407" v="1"/>
        <pc:sldMkLst>
          <pc:docMk/>
          <pc:sldMk cId="4031125446" sldId="266"/>
        </pc:sldMkLst>
      </pc:sldChg>
      <pc:sldChg chg="setBg">
        <pc:chgData name="Devon Locher" userId="f6080fdb-9dd1-488f-a163-57fc93326b58" providerId="ADAL" clId="{B2E5015F-E666-4B18-A6FB-4D133793CFFB}" dt="2025-02-12T00:38:23.407" v="1"/>
        <pc:sldMkLst>
          <pc:docMk/>
          <pc:sldMk cId="4092036609" sldId="267"/>
        </pc:sldMkLst>
      </pc:sldChg>
      <pc:sldChg chg="setBg">
        <pc:chgData name="Devon Locher" userId="f6080fdb-9dd1-488f-a163-57fc93326b58" providerId="ADAL" clId="{B2E5015F-E666-4B18-A6FB-4D133793CFFB}" dt="2025-02-12T00:38:23.407" v="1"/>
        <pc:sldMkLst>
          <pc:docMk/>
          <pc:sldMk cId="1242496539" sldId="268"/>
        </pc:sldMkLst>
      </pc:sldChg>
      <pc:sldChg chg="setBg">
        <pc:chgData name="Devon Locher" userId="f6080fdb-9dd1-488f-a163-57fc93326b58" providerId="ADAL" clId="{B2E5015F-E666-4B18-A6FB-4D133793CFFB}" dt="2025-02-12T00:38:23.407" v="1"/>
        <pc:sldMkLst>
          <pc:docMk/>
          <pc:sldMk cId="2486723626" sldId="269"/>
        </pc:sldMkLst>
      </pc:sldChg>
      <pc:sldChg chg="setBg">
        <pc:chgData name="Devon Locher" userId="f6080fdb-9dd1-488f-a163-57fc93326b58" providerId="ADAL" clId="{B2E5015F-E666-4B18-A6FB-4D133793CFFB}" dt="2025-02-12T00:38:23.407" v="1"/>
        <pc:sldMkLst>
          <pc:docMk/>
          <pc:sldMk cId="3128852319" sldId="270"/>
        </pc:sldMkLst>
      </pc:sldChg>
      <pc:sldChg chg="setBg">
        <pc:chgData name="Devon Locher" userId="f6080fdb-9dd1-488f-a163-57fc93326b58" providerId="ADAL" clId="{B2E5015F-E666-4B18-A6FB-4D133793CFFB}" dt="2025-02-12T00:38:23.407" v="1"/>
        <pc:sldMkLst>
          <pc:docMk/>
          <pc:sldMk cId="3353103114" sldId="271"/>
        </pc:sldMkLst>
      </pc:sldChg>
      <pc:sldChg chg="setBg">
        <pc:chgData name="Devon Locher" userId="f6080fdb-9dd1-488f-a163-57fc93326b58" providerId="ADAL" clId="{B2E5015F-E666-4B18-A6FB-4D133793CFFB}" dt="2025-02-12T00:38:23.407" v="1"/>
        <pc:sldMkLst>
          <pc:docMk/>
          <pc:sldMk cId="3810229068" sldId="272"/>
        </pc:sldMkLst>
      </pc:sldChg>
      <pc:sldChg chg="setBg">
        <pc:chgData name="Devon Locher" userId="f6080fdb-9dd1-488f-a163-57fc93326b58" providerId="ADAL" clId="{B2E5015F-E666-4B18-A6FB-4D133793CFFB}" dt="2025-02-12T00:38:23.407" v="1"/>
        <pc:sldMkLst>
          <pc:docMk/>
          <pc:sldMk cId="2311113899" sldId="273"/>
        </pc:sldMkLst>
      </pc:sldChg>
      <pc:sldChg chg="setBg">
        <pc:chgData name="Devon Locher" userId="f6080fdb-9dd1-488f-a163-57fc93326b58" providerId="ADAL" clId="{B2E5015F-E666-4B18-A6FB-4D133793CFFB}" dt="2025-02-12T00:38:23.407" v="1"/>
        <pc:sldMkLst>
          <pc:docMk/>
          <pc:sldMk cId="1894876983" sldId="275"/>
        </pc:sldMkLst>
      </pc:sldChg>
      <pc:sldChg chg="setBg">
        <pc:chgData name="Devon Locher" userId="f6080fdb-9dd1-488f-a163-57fc93326b58" providerId="ADAL" clId="{B2E5015F-E666-4B18-A6FB-4D133793CFFB}" dt="2025-02-12T00:38:23.407" v="1"/>
        <pc:sldMkLst>
          <pc:docMk/>
          <pc:sldMk cId="3604494242" sldId="280"/>
        </pc:sldMkLst>
      </pc:sldChg>
      <pc:sldChg chg="setBg">
        <pc:chgData name="Devon Locher" userId="f6080fdb-9dd1-488f-a163-57fc93326b58" providerId="ADAL" clId="{B2E5015F-E666-4B18-A6FB-4D133793CFFB}" dt="2025-02-12T00:38:23.407" v="1"/>
        <pc:sldMkLst>
          <pc:docMk/>
          <pc:sldMk cId="188459424" sldId="281"/>
        </pc:sldMkLst>
      </pc:sldChg>
      <pc:sldChg chg="setBg">
        <pc:chgData name="Devon Locher" userId="f6080fdb-9dd1-488f-a163-57fc93326b58" providerId="ADAL" clId="{B2E5015F-E666-4B18-A6FB-4D133793CFFB}" dt="2025-02-12T00:38:23.407" v="1"/>
        <pc:sldMkLst>
          <pc:docMk/>
          <pc:sldMk cId="273251447" sldId="284"/>
        </pc:sldMkLst>
      </pc:sldChg>
      <pc:sldChg chg="setBg">
        <pc:chgData name="Devon Locher" userId="f6080fdb-9dd1-488f-a163-57fc93326b58" providerId="ADAL" clId="{B2E5015F-E666-4B18-A6FB-4D133793CFFB}" dt="2025-02-12T00:38:23.407" v="1"/>
        <pc:sldMkLst>
          <pc:docMk/>
          <pc:sldMk cId="4125917480" sldId="285"/>
        </pc:sldMkLst>
      </pc:sldChg>
      <pc:sldChg chg="setBg">
        <pc:chgData name="Devon Locher" userId="f6080fdb-9dd1-488f-a163-57fc93326b58" providerId="ADAL" clId="{B2E5015F-E666-4B18-A6FB-4D133793CFFB}" dt="2025-02-12T00:38:23.407" v="1"/>
        <pc:sldMkLst>
          <pc:docMk/>
          <pc:sldMk cId="1572654590" sldId="286"/>
        </pc:sldMkLst>
      </pc:sldChg>
      <pc:sldChg chg="setBg">
        <pc:chgData name="Devon Locher" userId="f6080fdb-9dd1-488f-a163-57fc93326b58" providerId="ADAL" clId="{B2E5015F-E666-4B18-A6FB-4D133793CFFB}" dt="2025-02-12T00:38:23.407" v="1"/>
        <pc:sldMkLst>
          <pc:docMk/>
          <pc:sldMk cId="228448030" sldId="287"/>
        </pc:sldMkLst>
      </pc:sldChg>
      <pc:sldChg chg="setBg">
        <pc:chgData name="Devon Locher" userId="f6080fdb-9dd1-488f-a163-57fc93326b58" providerId="ADAL" clId="{B2E5015F-E666-4B18-A6FB-4D133793CFFB}" dt="2025-02-12T00:38:23.407" v="1"/>
        <pc:sldMkLst>
          <pc:docMk/>
          <pc:sldMk cId="1598494734" sldId="288"/>
        </pc:sldMkLst>
      </pc:sldChg>
      <pc:sldChg chg="setBg">
        <pc:chgData name="Devon Locher" userId="f6080fdb-9dd1-488f-a163-57fc93326b58" providerId="ADAL" clId="{B2E5015F-E666-4B18-A6FB-4D133793CFFB}" dt="2025-02-12T00:38:23.407" v="1"/>
        <pc:sldMkLst>
          <pc:docMk/>
          <pc:sldMk cId="3010523022" sldId="289"/>
        </pc:sldMkLst>
      </pc:sldChg>
      <pc:sldChg chg="setBg">
        <pc:chgData name="Devon Locher" userId="f6080fdb-9dd1-488f-a163-57fc93326b58" providerId="ADAL" clId="{B2E5015F-E666-4B18-A6FB-4D133793CFFB}" dt="2025-02-12T00:38:23.407" v="1"/>
        <pc:sldMkLst>
          <pc:docMk/>
          <pc:sldMk cId="1863597369" sldId="290"/>
        </pc:sldMkLst>
      </pc:sldChg>
      <pc:sldChg chg="setBg">
        <pc:chgData name="Devon Locher" userId="f6080fdb-9dd1-488f-a163-57fc93326b58" providerId="ADAL" clId="{B2E5015F-E666-4B18-A6FB-4D133793CFFB}" dt="2025-02-12T00:38:23.407" v="1"/>
        <pc:sldMkLst>
          <pc:docMk/>
          <pc:sldMk cId="3284637928" sldId="291"/>
        </pc:sldMkLst>
      </pc:sldChg>
      <pc:sldChg chg="setBg">
        <pc:chgData name="Devon Locher" userId="f6080fdb-9dd1-488f-a163-57fc93326b58" providerId="ADAL" clId="{B2E5015F-E666-4B18-A6FB-4D133793CFFB}" dt="2025-02-12T00:38:23.407" v="1"/>
        <pc:sldMkLst>
          <pc:docMk/>
          <pc:sldMk cId="1119983267" sldId="292"/>
        </pc:sldMkLst>
      </pc:sldChg>
      <pc:sldChg chg="setBg">
        <pc:chgData name="Devon Locher" userId="f6080fdb-9dd1-488f-a163-57fc93326b58" providerId="ADAL" clId="{B2E5015F-E666-4B18-A6FB-4D133793CFFB}" dt="2025-02-12T00:38:23.407" v="1"/>
        <pc:sldMkLst>
          <pc:docMk/>
          <pc:sldMk cId="2403983038" sldId="293"/>
        </pc:sldMkLst>
      </pc:sldChg>
      <pc:sldChg chg="setBg">
        <pc:chgData name="Devon Locher" userId="f6080fdb-9dd1-488f-a163-57fc93326b58" providerId="ADAL" clId="{B2E5015F-E666-4B18-A6FB-4D133793CFFB}" dt="2025-02-12T00:38:23.407" v="1"/>
        <pc:sldMkLst>
          <pc:docMk/>
          <pc:sldMk cId="2790450853" sldId="294"/>
        </pc:sldMkLst>
      </pc:sldChg>
    </pc:docChg>
  </pc:docChgLst>
  <pc:docChgLst>
    <pc:chgData name="Devon Locher" userId="f6080fdb-9dd1-488f-a163-57fc93326b58" providerId="ADAL" clId="{6F91374D-79A7-41B2-B7EE-A2B65D9BB2F2}"/>
    <pc:docChg chg="custSel addSld delSld modSld sldOrd">
      <pc:chgData name="Devon Locher" userId="f6080fdb-9dd1-488f-a163-57fc93326b58" providerId="ADAL" clId="{6F91374D-79A7-41B2-B7EE-A2B65D9BB2F2}" dt="2024-11-07T14:51:11.220" v="134" actId="2696"/>
      <pc:docMkLst>
        <pc:docMk/>
      </pc:docMkLst>
      <pc:sldChg chg="addSp modSp mod">
        <pc:chgData name="Devon Locher" userId="f6080fdb-9dd1-488f-a163-57fc93326b58" providerId="ADAL" clId="{6F91374D-79A7-41B2-B7EE-A2B65D9BB2F2}" dt="2024-11-06T15:44:49.498" v="6" actId="14100"/>
        <pc:sldMkLst>
          <pc:docMk/>
          <pc:sldMk cId="4182008885" sldId="257"/>
        </pc:sldMkLst>
      </pc:sldChg>
      <pc:sldChg chg="addSp modSp del mod">
        <pc:chgData name="Devon Locher" userId="f6080fdb-9dd1-488f-a163-57fc93326b58" providerId="ADAL" clId="{6F91374D-79A7-41B2-B7EE-A2B65D9BB2F2}" dt="2024-11-06T15:47:42.469" v="14" actId="2696"/>
        <pc:sldMkLst>
          <pc:docMk/>
          <pc:sldMk cId="1073425198" sldId="258"/>
        </pc:sldMkLst>
      </pc:sldChg>
      <pc:sldChg chg="addSp modSp mod">
        <pc:chgData name="Devon Locher" userId="f6080fdb-9dd1-488f-a163-57fc93326b58" providerId="ADAL" clId="{6F91374D-79A7-41B2-B7EE-A2B65D9BB2F2}" dt="2024-11-06T15:46:18.634" v="11" actId="14100"/>
        <pc:sldMkLst>
          <pc:docMk/>
          <pc:sldMk cId="3463275827" sldId="259"/>
        </pc:sldMkLst>
      </pc:sldChg>
      <pc:sldChg chg="addSp modSp mod">
        <pc:chgData name="Devon Locher" userId="f6080fdb-9dd1-488f-a163-57fc93326b58" providerId="ADAL" clId="{6F91374D-79A7-41B2-B7EE-A2B65D9BB2F2}" dt="2024-11-06T15:57:44.231" v="60" actId="14100"/>
        <pc:sldMkLst>
          <pc:docMk/>
          <pc:sldMk cId="597917774" sldId="260"/>
        </pc:sldMkLst>
      </pc:sldChg>
      <pc:sldChg chg="addSp modSp mod">
        <pc:chgData name="Devon Locher" userId="f6080fdb-9dd1-488f-a163-57fc93326b58" providerId="ADAL" clId="{6F91374D-79A7-41B2-B7EE-A2B65D9BB2F2}" dt="2024-11-06T16:01:36.271" v="88" actId="14100"/>
        <pc:sldMkLst>
          <pc:docMk/>
          <pc:sldMk cId="1379130076" sldId="261"/>
        </pc:sldMkLst>
      </pc:sldChg>
      <pc:sldChg chg="addSp delSp modSp del mod ord">
        <pc:chgData name="Devon Locher" userId="f6080fdb-9dd1-488f-a163-57fc93326b58" providerId="ADAL" clId="{6F91374D-79A7-41B2-B7EE-A2B65D9BB2F2}" dt="2024-11-07T14:51:11.220" v="134" actId="2696"/>
        <pc:sldMkLst>
          <pc:docMk/>
          <pc:sldMk cId="3453239017" sldId="262"/>
        </pc:sldMkLst>
      </pc:sldChg>
      <pc:sldChg chg="addSp modSp mod">
        <pc:chgData name="Devon Locher" userId="f6080fdb-9dd1-488f-a163-57fc93326b58" providerId="ADAL" clId="{6F91374D-79A7-41B2-B7EE-A2B65D9BB2F2}" dt="2024-11-06T15:57:01.155" v="52" actId="14100"/>
        <pc:sldMkLst>
          <pc:docMk/>
          <pc:sldMk cId="3512887626" sldId="263"/>
        </pc:sldMkLst>
      </pc:sldChg>
      <pc:sldChg chg="addSp modSp mod">
        <pc:chgData name="Devon Locher" userId="f6080fdb-9dd1-488f-a163-57fc93326b58" providerId="ADAL" clId="{6F91374D-79A7-41B2-B7EE-A2B65D9BB2F2}" dt="2024-11-06T15:57:23.451" v="56" actId="14100"/>
        <pc:sldMkLst>
          <pc:docMk/>
          <pc:sldMk cId="296657168" sldId="264"/>
        </pc:sldMkLst>
      </pc:sldChg>
      <pc:sldChg chg="addSp modSp mod">
        <pc:chgData name="Devon Locher" userId="f6080fdb-9dd1-488f-a163-57fc93326b58" providerId="ADAL" clId="{6F91374D-79A7-41B2-B7EE-A2B65D9BB2F2}" dt="2024-11-06T16:02:01.731" v="92" actId="14100"/>
        <pc:sldMkLst>
          <pc:docMk/>
          <pc:sldMk cId="3539308741" sldId="265"/>
        </pc:sldMkLst>
      </pc:sldChg>
      <pc:sldChg chg="addSp modSp mod ord">
        <pc:chgData name="Devon Locher" userId="f6080fdb-9dd1-488f-a163-57fc93326b58" providerId="ADAL" clId="{6F91374D-79A7-41B2-B7EE-A2B65D9BB2F2}" dt="2024-11-06T18:01:19.050" v="118"/>
        <pc:sldMkLst>
          <pc:docMk/>
          <pc:sldMk cId="4031125446" sldId="266"/>
        </pc:sldMkLst>
      </pc:sldChg>
      <pc:sldChg chg="addSp modSp mod">
        <pc:chgData name="Devon Locher" userId="f6080fdb-9dd1-488f-a163-57fc93326b58" providerId="ADAL" clId="{6F91374D-79A7-41B2-B7EE-A2B65D9BB2F2}" dt="2024-11-06T15:55:07.375" v="48" actId="14100"/>
        <pc:sldMkLst>
          <pc:docMk/>
          <pc:sldMk cId="4092036609" sldId="267"/>
        </pc:sldMkLst>
      </pc:sldChg>
      <pc:sldChg chg="addSp modSp mod">
        <pc:chgData name="Devon Locher" userId="f6080fdb-9dd1-488f-a163-57fc93326b58" providerId="ADAL" clId="{6F91374D-79A7-41B2-B7EE-A2B65D9BB2F2}" dt="2024-11-06T16:01:13.542" v="83" actId="14100"/>
        <pc:sldMkLst>
          <pc:docMk/>
          <pc:sldMk cId="1242496539" sldId="268"/>
        </pc:sldMkLst>
      </pc:sldChg>
      <pc:sldChg chg="addSp modSp mod ord">
        <pc:chgData name="Devon Locher" userId="f6080fdb-9dd1-488f-a163-57fc93326b58" providerId="ADAL" clId="{6F91374D-79A7-41B2-B7EE-A2B65D9BB2F2}" dt="2024-11-06T18:01:36.813" v="120"/>
        <pc:sldMkLst>
          <pc:docMk/>
          <pc:sldMk cId="2486723626" sldId="269"/>
        </pc:sldMkLst>
      </pc:sldChg>
      <pc:sldChg chg="addSp modSp mod">
        <pc:chgData name="Devon Locher" userId="f6080fdb-9dd1-488f-a163-57fc93326b58" providerId="ADAL" clId="{6F91374D-79A7-41B2-B7EE-A2B65D9BB2F2}" dt="2024-11-06T15:59:44.738" v="74" actId="14100"/>
        <pc:sldMkLst>
          <pc:docMk/>
          <pc:sldMk cId="3128852319" sldId="270"/>
        </pc:sldMkLst>
      </pc:sldChg>
      <pc:sldChg chg="addSp modSp mod">
        <pc:chgData name="Devon Locher" userId="f6080fdb-9dd1-488f-a163-57fc93326b58" providerId="ADAL" clId="{6F91374D-79A7-41B2-B7EE-A2B65D9BB2F2}" dt="2024-11-06T15:59:11.388" v="66" actId="14100"/>
        <pc:sldMkLst>
          <pc:docMk/>
          <pc:sldMk cId="3353103114" sldId="271"/>
        </pc:sldMkLst>
      </pc:sldChg>
      <pc:sldChg chg="addSp modSp mod">
        <pc:chgData name="Devon Locher" userId="f6080fdb-9dd1-488f-a163-57fc93326b58" providerId="ADAL" clId="{6F91374D-79A7-41B2-B7EE-A2B65D9BB2F2}" dt="2024-11-06T15:59:28.090" v="70" actId="14100"/>
        <pc:sldMkLst>
          <pc:docMk/>
          <pc:sldMk cId="3810229068" sldId="272"/>
        </pc:sldMkLst>
      </pc:sldChg>
      <pc:sldChg chg="addSp modSp add mod">
        <pc:chgData name="Devon Locher" userId="f6080fdb-9dd1-488f-a163-57fc93326b58" providerId="ADAL" clId="{6F91374D-79A7-41B2-B7EE-A2B65D9BB2F2}" dt="2024-11-06T15:54:47.361" v="44" actId="14100"/>
        <pc:sldMkLst>
          <pc:docMk/>
          <pc:sldMk cId="2311113899" sldId="273"/>
        </pc:sldMkLst>
      </pc:sldChg>
      <pc:sldChg chg="addSp delSp modSp add mod">
        <pc:chgData name="Devon Locher" userId="f6080fdb-9dd1-488f-a163-57fc93326b58" providerId="ADAL" clId="{6F91374D-79A7-41B2-B7EE-A2B65D9BB2F2}" dt="2024-11-07T14:51:02.760" v="133" actId="14100"/>
        <pc:sldMkLst>
          <pc:docMk/>
          <pc:sldMk cId="223396137" sldId="274"/>
        </pc:sldMkLst>
      </pc:sldChg>
      <pc:sldChg chg="new del">
        <pc:chgData name="Devon Locher" userId="f6080fdb-9dd1-488f-a163-57fc93326b58" providerId="ADAL" clId="{6F91374D-79A7-41B2-B7EE-A2B65D9BB2F2}" dt="2024-11-07T14:46:33.328" v="122" actId="2696"/>
        <pc:sldMkLst>
          <pc:docMk/>
          <pc:sldMk cId="1783192436" sldId="274"/>
        </pc:sldMkLst>
      </pc:sldChg>
      <pc:sldChg chg="add del">
        <pc:chgData name="Devon Locher" userId="f6080fdb-9dd1-488f-a163-57fc93326b58" providerId="ADAL" clId="{6F91374D-79A7-41B2-B7EE-A2B65D9BB2F2}" dt="2024-11-06T15:54:29.861" v="39" actId="2696"/>
        <pc:sldMkLst>
          <pc:docMk/>
          <pc:sldMk cId="3298223603" sldId="274"/>
        </pc:sldMkLst>
      </pc:sldChg>
      <pc:sldChg chg="add del">
        <pc:chgData name="Devon Locher" userId="f6080fdb-9dd1-488f-a163-57fc93326b58" providerId="ADAL" clId="{6F91374D-79A7-41B2-B7EE-A2B65D9BB2F2}" dt="2024-11-06T15:54:32.808" v="40" actId="2696"/>
        <pc:sldMkLst>
          <pc:docMk/>
          <pc:sldMk cId="1010534706" sldId="275"/>
        </pc:sldMkLst>
      </pc:sldChg>
    </pc:docChg>
  </pc:docChgLst>
  <pc:docChgLst>
    <pc:chgData name="Devon Locher" userId="f6080fdb-9dd1-488f-a163-57fc93326b58" providerId="ADAL" clId="{66EA252A-9CD7-4357-97ED-6EF7F1629374}"/>
    <pc:docChg chg="delSld modSld">
      <pc:chgData name="Devon Locher" userId="f6080fdb-9dd1-488f-a163-57fc93326b58" providerId="ADAL" clId="{66EA252A-9CD7-4357-97ED-6EF7F1629374}" dt="2025-12-13T21:12:03.968" v="412" actId="20577"/>
      <pc:docMkLst>
        <pc:docMk/>
      </pc:docMkLst>
      <pc:sldChg chg="modSp del mod">
        <pc:chgData name="Devon Locher" userId="f6080fdb-9dd1-488f-a163-57fc93326b58" providerId="ADAL" clId="{66EA252A-9CD7-4357-97ED-6EF7F1629374}" dt="2025-12-13T21:06:19.337" v="239" actId="2696"/>
        <pc:sldMkLst>
          <pc:docMk/>
          <pc:sldMk cId="188459424" sldId="281"/>
        </pc:sldMkLst>
      </pc:sldChg>
      <pc:sldChg chg="modSp mod">
        <pc:chgData name="Devon Locher" userId="f6080fdb-9dd1-488f-a163-57fc93326b58" providerId="ADAL" clId="{66EA252A-9CD7-4357-97ED-6EF7F1629374}" dt="2025-10-20T13:13:07.844" v="202" actId="20577"/>
        <pc:sldMkLst>
          <pc:docMk/>
          <pc:sldMk cId="273251447" sldId="284"/>
        </pc:sldMkLst>
      </pc:sldChg>
      <pc:sldChg chg="del">
        <pc:chgData name="Devon Locher" userId="f6080fdb-9dd1-488f-a163-57fc93326b58" providerId="ADAL" clId="{66EA252A-9CD7-4357-97ED-6EF7F1629374}" dt="2025-12-13T21:06:25.571" v="240" actId="2696"/>
        <pc:sldMkLst>
          <pc:docMk/>
          <pc:sldMk cId="4125917480" sldId="285"/>
        </pc:sldMkLst>
      </pc:sldChg>
      <pc:sldChg chg="del">
        <pc:chgData name="Devon Locher" userId="f6080fdb-9dd1-488f-a163-57fc93326b58" providerId="ADAL" clId="{66EA252A-9CD7-4357-97ED-6EF7F1629374}" dt="2025-12-13T21:07:06.638" v="247" actId="2696"/>
        <pc:sldMkLst>
          <pc:docMk/>
          <pc:sldMk cId="1572654590" sldId="286"/>
        </pc:sldMkLst>
      </pc:sldChg>
      <pc:sldChg chg="del">
        <pc:chgData name="Devon Locher" userId="f6080fdb-9dd1-488f-a163-57fc93326b58" providerId="ADAL" clId="{66EA252A-9CD7-4357-97ED-6EF7F1629374}" dt="2025-12-13T21:06:55.387" v="244" actId="2696"/>
        <pc:sldMkLst>
          <pc:docMk/>
          <pc:sldMk cId="228448030" sldId="287"/>
        </pc:sldMkLst>
      </pc:sldChg>
      <pc:sldChg chg="del">
        <pc:chgData name="Devon Locher" userId="f6080fdb-9dd1-488f-a163-57fc93326b58" providerId="ADAL" clId="{66EA252A-9CD7-4357-97ED-6EF7F1629374}" dt="2025-12-13T21:07:02.553" v="246" actId="2696"/>
        <pc:sldMkLst>
          <pc:docMk/>
          <pc:sldMk cId="1598494734" sldId="288"/>
        </pc:sldMkLst>
      </pc:sldChg>
      <pc:sldChg chg="del">
        <pc:chgData name="Devon Locher" userId="f6080fdb-9dd1-488f-a163-57fc93326b58" providerId="ADAL" clId="{66EA252A-9CD7-4357-97ED-6EF7F1629374}" dt="2025-12-13T21:06:51.514" v="243" actId="2696"/>
        <pc:sldMkLst>
          <pc:docMk/>
          <pc:sldMk cId="3010523022" sldId="289"/>
        </pc:sldMkLst>
      </pc:sldChg>
      <pc:sldChg chg="del">
        <pc:chgData name="Devon Locher" userId="f6080fdb-9dd1-488f-a163-57fc93326b58" providerId="ADAL" clId="{66EA252A-9CD7-4357-97ED-6EF7F1629374}" dt="2025-12-13T21:06:40.535" v="241" actId="2696"/>
        <pc:sldMkLst>
          <pc:docMk/>
          <pc:sldMk cId="1863597369" sldId="290"/>
        </pc:sldMkLst>
      </pc:sldChg>
      <pc:sldChg chg="del">
        <pc:chgData name="Devon Locher" userId="f6080fdb-9dd1-488f-a163-57fc93326b58" providerId="ADAL" clId="{66EA252A-9CD7-4357-97ED-6EF7F1629374}" dt="2025-12-13T21:06:48.806" v="242" actId="2696"/>
        <pc:sldMkLst>
          <pc:docMk/>
          <pc:sldMk cId="3284637928" sldId="291"/>
        </pc:sldMkLst>
      </pc:sldChg>
      <pc:sldChg chg="del">
        <pc:chgData name="Devon Locher" userId="f6080fdb-9dd1-488f-a163-57fc93326b58" providerId="ADAL" clId="{66EA252A-9CD7-4357-97ED-6EF7F1629374}" dt="2025-12-13T21:06:58.289" v="245" actId="2696"/>
        <pc:sldMkLst>
          <pc:docMk/>
          <pc:sldMk cId="1119983267" sldId="292"/>
        </pc:sldMkLst>
      </pc:sldChg>
      <pc:sldChg chg="del">
        <pc:chgData name="Devon Locher" userId="f6080fdb-9dd1-488f-a163-57fc93326b58" providerId="ADAL" clId="{66EA252A-9CD7-4357-97ED-6EF7F1629374}" dt="2025-12-13T21:11:35.080" v="402" actId="2696"/>
        <pc:sldMkLst>
          <pc:docMk/>
          <pc:sldMk cId="2403983038" sldId="293"/>
        </pc:sldMkLst>
      </pc:sldChg>
      <pc:sldChg chg="modSp mod">
        <pc:chgData name="Devon Locher" userId="f6080fdb-9dd1-488f-a163-57fc93326b58" providerId="ADAL" clId="{66EA252A-9CD7-4357-97ED-6EF7F1629374}" dt="2025-12-13T21:12:03.968" v="412" actId="20577"/>
        <pc:sldMkLst>
          <pc:docMk/>
          <pc:sldMk cId="2790450853" sldId="294"/>
        </pc:sldMkLst>
        <pc:spChg chg="mod">
          <ac:chgData name="Devon Locher" userId="f6080fdb-9dd1-488f-a163-57fc93326b58" providerId="ADAL" clId="{66EA252A-9CD7-4357-97ED-6EF7F1629374}" dt="2025-12-13T21:12:03.968" v="412" actId="20577"/>
          <ac:spMkLst>
            <pc:docMk/>
            <pc:sldMk cId="2790450853" sldId="294"/>
            <ac:spMk id="2" creationId="{C140CD52-2917-7C8E-B801-71B7F56CC2CF}"/>
          </ac:spMkLst>
        </pc:spChg>
      </pc:sldChg>
      <pc:sldChg chg="modSp mod">
        <pc:chgData name="Devon Locher" userId="f6080fdb-9dd1-488f-a163-57fc93326b58" providerId="ADAL" clId="{66EA252A-9CD7-4357-97ED-6EF7F1629374}" dt="2025-12-13T21:08:11.354" v="259" actId="20577"/>
        <pc:sldMkLst>
          <pc:docMk/>
          <pc:sldMk cId="1162846707" sldId="297"/>
        </pc:sldMkLst>
        <pc:spChg chg="mod">
          <ac:chgData name="Devon Locher" userId="f6080fdb-9dd1-488f-a163-57fc93326b58" providerId="ADAL" clId="{66EA252A-9CD7-4357-97ED-6EF7F1629374}" dt="2025-12-13T21:08:11.354" v="259" actId="20577"/>
          <ac:spMkLst>
            <pc:docMk/>
            <pc:sldMk cId="1162846707" sldId="297"/>
            <ac:spMk id="2" creationId="{6367E1C0-F6E6-865A-1FA8-170E71FB2C0A}"/>
          </ac:spMkLst>
        </pc:spChg>
      </pc:sldChg>
      <pc:sldChg chg="modSp mod">
        <pc:chgData name="Devon Locher" userId="f6080fdb-9dd1-488f-a163-57fc93326b58" providerId="ADAL" clId="{66EA252A-9CD7-4357-97ED-6EF7F1629374}" dt="2025-12-13T21:11:11.625" v="401" actId="20577"/>
        <pc:sldMkLst>
          <pc:docMk/>
          <pc:sldMk cId="893175547" sldId="298"/>
        </pc:sldMkLst>
        <pc:spChg chg="mod">
          <ac:chgData name="Devon Locher" userId="f6080fdb-9dd1-488f-a163-57fc93326b58" providerId="ADAL" clId="{66EA252A-9CD7-4357-97ED-6EF7F1629374}" dt="2025-12-13T21:11:11.625" v="401" actId="20577"/>
          <ac:spMkLst>
            <pc:docMk/>
            <pc:sldMk cId="893175547" sldId="298"/>
            <ac:spMk id="5" creationId="{F5F8F552-B10F-F029-3FAC-493D30AB26F7}"/>
          </ac:spMkLst>
        </pc:spChg>
      </pc:sldChg>
      <pc:sldChg chg="modSp del mod">
        <pc:chgData name="Devon Locher" userId="f6080fdb-9dd1-488f-a163-57fc93326b58" providerId="ADAL" clId="{66EA252A-9CD7-4357-97ED-6EF7F1629374}" dt="2025-12-13T21:05:28.322" v="227" actId="2696"/>
        <pc:sldMkLst>
          <pc:docMk/>
          <pc:sldMk cId="1065163672" sldId="303"/>
        </pc:sldMkLst>
      </pc:sldChg>
      <pc:sldChg chg="del">
        <pc:chgData name="Devon Locher" userId="f6080fdb-9dd1-488f-a163-57fc93326b58" providerId="ADAL" clId="{66EA252A-9CD7-4357-97ED-6EF7F1629374}" dt="2025-12-13T21:11:42.531" v="403" actId="2696"/>
        <pc:sldMkLst>
          <pc:docMk/>
          <pc:sldMk cId="1817446479" sldId="304"/>
        </pc:sldMkLst>
      </pc:sldChg>
      <pc:sldChg chg="del">
        <pc:chgData name="Devon Locher" userId="f6080fdb-9dd1-488f-a163-57fc93326b58" providerId="ADAL" clId="{66EA252A-9CD7-4357-97ED-6EF7F1629374}" dt="2025-12-13T21:11:45.118" v="404" actId="2696"/>
        <pc:sldMkLst>
          <pc:docMk/>
          <pc:sldMk cId="1517154587" sldId="305"/>
        </pc:sldMkLst>
      </pc:sldChg>
    </pc:docChg>
  </pc:docChgLst>
  <pc:docChgLst>
    <pc:chgData name="Devon Locher" userId="f6080fdb-9dd1-488f-a163-57fc93326b58" providerId="ADAL" clId="{9CC2DB0D-AAF1-443B-841F-1E2BDD97649F}"/>
    <pc:docChg chg="undo custSel addSld delSld modSld sldOrd">
      <pc:chgData name="Devon Locher" userId="f6080fdb-9dd1-488f-a163-57fc93326b58" providerId="ADAL" clId="{9CC2DB0D-AAF1-443B-841F-1E2BDD97649F}" dt="2025-07-22T17:59:03.840" v="4593" actId="20577"/>
      <pc:docMkLst>
        <pc:docMk/>
      </pc:docMkLst>
      <pc:sldChg chg="modSp mod setBg">
        <pc:chgData name="Devon Locher" userId="f6080fdb-9dd1-488f-a163-57fc93326b58" providerId="ADAL" clId="{9CC2DB0D-AAF1-443B-841F-1E2BDD97649F}" dt="2025-07-22T00:29:35.542" v="710" actId="108"/>
        <pc:sldMkLst>
          <pc:docMk/>
          <pc:sldMk cId="1734427791" sldId="256"/>
        </pc:sldMkLst>
      </pc:sldChg>
      <pc:sldChg chg="del">
        <pc:chgData name="Devon Locher" userId="f6080fdb-9dd1-488f-a163-57fc93326b58" providerId="ADAL" clId="{9CC2DB0D-AAF1-443B-841F-1E2BDD97649F}" dt="2025-07-07T03:39:32.422" v="7" actId="2696"/>
        <pc:sldMkLst>
          <pc:docMk/>
          <pc:sldMk cId="4182008885" sldId="257"/>
        </pc:sldMkLst>
      </pc:sldChg>
      <pc:sldChg chg="del">
        <pc:chgData name="Devon Locher" userId="f6080fdb-9dd1-488f-a163-57fc93326b58" providerId="ADAL" clId="{9CC2DB0D-AAF1-443B-841F-1E2BDD97649F}" dt="2025-07-07T03:38:21.907" v="0" actId="2696"/>
        <pc:sldMkLst>
          <pc:docMk/>
          <pc:sldMk cId="3463275827" sldId="259"/>
        </pc:sldMkLst>
      </pc:sldChg>
      <pc:sldChg chg="del">
        <pc:chgData name="Devon Locher" userId="f6080fdb-9dd1-488f-a163-57fc93326b58" providerId="ADAL" clId="{9CC2DB0D-AAF1-443B-841F-1E2BDD97649F}" dt="2025-07-07T03:39:16.441" v="6" actId="2696"/>
        <pc:sldMkLst>
          <pc:docMk/>
          <pc:sldMk cId="597917774" sldId="260"/>
        </pc:sldMkLst>
      </pc:sldChg>
      <pc:sldChg chg="del">
        <pc:chgData name="Devon Locher" userId="f6080fdb-9dd1-488f-a163-57fc93326b58" providerId="ADAL" clId="{9CC2DB0D-AAF1-443B-841F-1E2BDD97649F}" dt="2025-07-07T03:38:44.580" v="2" actId="2696"/>
        <pc:sldMkLst>
          <pc:docMk/>
          <pc:sldMk cId="1379130076" sldId="261"/>
        </pc:sldMkLst>
      </pc:sldChg>
      <pc:sldChg chg="del">
        <pc:chgData name="Devon Locher" userId="f6080fdb-9dd1-488f-a163-57fc93326b58" providerId="ADAL" clId="{9CC2DB0D-AAF1-443B-841F-1E2BDD97649F}" dt="2025-07-07T03:40:09.562" v="9" actId="2696"/>
        <pc:sldMkLst>
          <pc:docMk/>
          <pc:sldMk cId="3512887626" sldId="263"/>
        </pc:sldMkLst>
      </pc:sldChg>
      <pc:sldChg chg="del">
        <pc:chgData name="Devon Locher" userId="f6080fdb-9dd1-488f-a163-57fc93326b58" providerId="ADAL" clId="{9CC2DB0D-AAF1-443B-841F-1E2BDD97649F}" dt="2025-07-07T03:38:31.218" v="1" actId="2696"/>
        <pc:sldMkLst>
          <pc:docMk/>
          <pc:sldMk cId="296657168" sldId="264"/>
        </pc:sldMkLst>
      </pc:sldChg>
      <pc:sldChg chg="del">
        <pc:chgData name="Devon Locher" userId="f6080fdb-9dd1-488f-a163-57fc93326b58" providerId="ADAL" clId="{9CC2DB0D-AAF1-443B-841F-1E2BDD97649F}" dt="2025-07-07T03:38:49.441" v="3" actId="2696"/>
        <pc:sldMkLst>
          <pc:docMk/>
          <pc:sldMk cId="3539308741" sldId="265"/>
        </pc:sldMkLst>
      </pc:sldChg>
      <pc:sldChg chg="del">
        <pc:chgData name="Devon Locher" userId="f6080fdb-9dd1-488f-a163-57fc93326b58" providerId="ADAL" clId="{9CC2DB0D-AAF1-443B-841F-1E2BDD97649F}" dt="2025-07-07T03:40:34.846" v="10" actId="2696"/>
        <pc:sldMkLst>
          <pc:docMk/>
          <pc:sldMk cId="4092036609" sldId="267"/>
        </pc:sldMkLst>
      </pc:sldChg>
      <pc:sldChg chg="del">
        <pc:chgData name="Devon Locher" userId="f6080fdb-9dd1-488f-a163-57fc93326b58" providerId="ADAL" clId="{9CC2DB0D-AAF1-443B-841F-1E2BDD97649F}" dt="2025-07-07T03:38:58.665" v="4" actId="2696"/>
        <pc:sldMkLst>
          <pc:docMk/>
          <pc:sldMk cId="1242496539" sldId="268"/>
        </pc:sldMkLst>
      </pc:sldChg>
      <pc:sldChg chg="del">
        <pc:chgData name="Devon Locher" userId="f6080fdb-9dd1-488f-a163-57fc93326b58" providerId="ADAL" clId="{9CC2DB0D-AAF1-443B-841F-1E2BDD97649F}" dt="2025-07-07T03:39:11.888" v="5" actId="2696"/>
        <pc:sldMkLst>
          <pc:docMk/>
          <pc:sldMk cId="2486723626" sldId="269"/>
        </pc:sldMkLst>
      </pc:sldChg>
      <pc:sldChg chg="del">
        <pc:chgData name="Devon Locher" userId="f6080fdb-9dd1-488f-a163-57fc93326b58" providerId="ADAL" clId="{9CC2DB0D-AAF1-443B-841F-1E2BDD97649F}" dt="2025-07-07T03:39:50.296" v="8" actId="2696"/>
        <pc:sldMkLst>
          <pc:docMk/>
          <pc:sldMk cId="2311113899" sldId="273"/>
        </pc:sldMkLst>
      </pc:sldChg>
      <pc:sldChg chg="modSp del mod ord setBg">
        <pc:chgData name="Devon Locher" userId="f6080fdb-9dd1-488f-a163-57fc93326b58" providerId="ADAL" clId="{9CC2DB0D-AAF1-443B-841F-1E2BDD97649F}" dt="2025-07-22T03:15:08.237" v="3818" actId="2696"/>
        <pc:sldMkLst>
          <pc:docMk/>
          <pc:sldMk cId="3604494242" sldId="280"/>
        </pc:sldMkLst>
      </pc:sldChg>
      <pc:sldChg chg="modSp mod setBg">
        <pc:chgData name="Devon Locher" userId="f6080fdb-9dd1-488f-a163-57fc93326b58" providerId="ADAL" clId="{9CC2DB0D-AAF1-443B-841F-1E2BDD97649F}" dt="2025-07-22T03:13:43.194" v="3810" actId="20577"/>
        <pc:sldMkLst>
          <pc:docMk/>
          <pc:sldMk cId="188459424" sldId="281"/>
        </pc:sldMkLst>
      </pc:sldChg>
      <pc:sldChg chg="addSp delSp modSp mod setBg">
        <pc:chgData name="Devon Locher" userId="f6080fdb-9dd1-488f-a163-57fc93326b58" providerId="ADAL" clId="{9CC2DB0D-AAF1-443B-841F-1E2BDD97649F}" dt="2025-07-22T17:59:03.840" v="4593" actId="20577"/>
        <pc:sldMkLst>
          <pc:docMk/>
          <pc:sldMk cId="273251447" sldId="284"/>
        </pc:sldMkLst>
      </pc:sldChg>
      <pc:sldChg chg="modSp mod setBg">
        <pc:chgData name="Devon Locher" userId="f6080fdb-9dd1-488f-a163-57fc93326b58" providerId="ADAL" clId="{9CC2DB0D-AAF1-443B-841F-1E2BDD97649F}" dt="2025-07-22T02:28:36.593" v="1166" actId="20577"/>
        <pc:sldMkLst>
          <pc:docMk/>
          <pc:sldMk cId="4125917480" sldId="285"/>
        </pc:sldMkLst>
      </pc:sldChg>
      <pc:sldChg chg="modSp mod setBg">
        <pc:chgData name="Devon Locher" userId="f6080fdb-9dd1-488f-a163-57fc93326b58" providerId="ADAL" clId="{9CC2DB0D-AAF1-443B-841F-1E2BDD97649F}" dt="2025-07-22T02:23:50.390" v="743" actId="113"/>
        <pc:sldMkLst>
          <pc:docMk/>
          <pc:sldMk cId="1572654590" sldId="286"/>
        </pc:sldMkLst>
      </pc:sldChg>
      <pc:sldChg chg="modSp mod setBg">
        <pc:chgData name="Devon Locher" userId="f6080fdb-9dd1-488f-a163-57fc93326b58" providerId="ADAL" clId="{9CC2DB0D-AAF1-443B-841F-1E2BDD97649F}" dt="2025-07-22T03:11:49.159" v="3805" actId="14100"/>
        <pc:sldMkLst>
          <pc:docMk/>
          <pc:sldMk cId="228448030" sldId="287"/>
        </pc:sldMkLst>
      </pc:sldChg>
      <pc:sldChg chg="modSp mod setBg">
        <pc:chgData name="Devon Locher" userId="f6080fdb-9dd1-488f-a163-57fc93326b58" providerId="ADAL" clId="{9CC2DB0D-AAF1-443B-841F-1E2BDD97649F}" dt="2025-07-22T02:24:00.234" v="747" actId="113"/>
        <pc:sldMkLst>
          <pc:docMk/>
          <pc:sldMk cId="1598494734" sldId="288"/>
        </pc:sldMkLst>
      </pc:sldChg>
      <pc:sldChg chg="modSp mod setBg">
        <pc:chgData name="Devon Locher" userId="f6080fdb-9dd1-488f-a163-57fc93326b58" providerId="ADAL" clId="{9CC2DB0D-AAF1-443B-841F-1E2BDD97649F}" dt="2025-07-22T03:11:43.257" v="3804" actId="14100"/>
        <pc:sldMkLst>
          <pc:docMk/>
          <pc:sldMk cId="3010523022" sldId="289"/>
        </pc:sldMkLst>
      </pc:sldChg>
      <pc:sldChg chg="modSp mod setBg">
        <pc:chgData name="Devon Locher" userId="f6080fdb-9dd1-488f-a163-57fc93326b58" providerId="ADAL" clId="{9CC2DB0D-AAF1-443B-841F-1E2BDD97649F}" dt="2025-07-22T03:12:02.788" v="3807" actId="14100"/>
        <pc:sldMkLst>
          <pc:docMk/>
          <pc:sldMk cId="1863597369" sldId="290"/>
        </pc:sldMkLst>
      </pc:sldChg>
      <pc:sldChg chg="modSp mod setBg">
        <pc:chgData name="Devon Locher" userId="f6080fdb-9dd1-488f-a163-57fc93326b58" providerId="ADAL" clId="{9CC2DB0D-AAF1-443B-841F-1E2BDD97649F}" dt="2025-07-22T00:23:28.331" v="677" actId="108"/>
        <pc:sldMkLst>
          <pc:docMk/>
          <pc:sldMk cId="3284637928" sldId="291"/>
        </pc:sldMkLst>
      </pc:sldChg>
      <pc:sldChg chg="modSp mod setBg">
        <pc:chgData name="Devon Locher" userId="f6080fdb-9dd1-488f-a163-57fc93326b58" providerId="ADAL" clId="{9CC2DB0D-AAF1-443B-841F-1E2BDD97649F}" dt="2025-07-22T00:24:02.483" v="684"/>
        <pc:sldMkLst>
          <pc:docMk/>
          <pc:sldMk cId="1119983267" sldId="292"/>
        </pc:sldMkLst>
      </pc:sldChg>
      <pc:sldChg chg="modSp mod setBg">
        <pc:chgData name="Devon Locher" userId="f6080fdb-9dd1-488f-a163-57fc93326b58" providerId="ADAL" clId="{9CC2DB0D-AAF1-443B-841F-1E2BDD97649F}" dt="2025-07-22T00:24:13.546" v="687"/>
        <pc:sldMkLst>
          <pc:docMk/>
          <pc:sldMk cId="2403983038" sldId="293"/>
        </pc:sldMkLst>
      </pc:sldChg>
      <pc:sldChg chg="modSp mod ord setBg">
        <pc:chgData name="Devon Locher" userId="f6080fdb-9dd1-488f-a163-57fc93326b58" providerId="ADAL" clId="{9CC2DB0D-AAF1-443B-841F-1E2BDD97649F}" dt="2025-07-22T02:32:27.149" v="1423" actId="20577"/>
        <pc:sldMkLst>
          <pc:docMk/>
          <pc:sldMk cId="2790450853" sldId="294"/>
        </pc:sldMkLst>
      </pc:sldChg>
      <pc:sldChg chg="modSp add del mod">
        <pc:chgData name="Devon Locher" userId="f6080fdb-9dd1-488f-a163-57fc93326b58" providerId="ADAL" clId="{9CC2DB0D-AAF1-443B-841F-1E2BDD97649F}" dt="2025-07-22T02:42:24.846" v="2120" actId="2696"/>
        <pc:sldMkLst>
          <pc:docMk/>
          <pc:sldMk cId="2035343918" sldId="295"/>
        </pc:sldMkLst>
      </pc:sldChg>
      <pc:sldChg chg="new del">
        <pc:chgData name="Devon Locher" userId="f6080fdb-9dd1-488f-a163-57fc93326b58" providerId="ADAL" clId="{9CC2DB0D-AAF1-443B-841F-1E2BDD97649F}" dt="2025-07-22T02:40:56.162" v="2107" actId="680"/>
        <pc:sldMkLst>
          <pc:docMk/>
          <pc:sldMk cId="2466804862" sldId="296"/>
        </pc:sldMkLst>
      </pc:sldChg>
      <pc:sldChg chg="addSp delSp modSp add mod">
        <pc:chgData name="Devon Locher" userId="f6080fdb-9dd1-488f-a163-57fc93326b58" providerId="ADAL" clId="{9CC2DB0D-AAF1-443B-841F-1E2BDD97649F}" dt="2025-07-22T03:12:51.638" v="3809" actId="404"/>
        <pc:sldMkLst>
          <pc:docMk/>
          <pc:sldMk cId="2630524006" sldId="296"/>
        </pc:sldMkLst>
      </pc:sldChg>
      <pc:sldChg chg="addSp delSp modSp add mod">
        <pc:chgData name="Devon Locher" userId="f6080fdb-9dd1-488f-a163-57fc93326b58" providerId="ADAL" clId="{9CC2DB0D-AAF1-443B-841F-1E2BDD97649F}" dt="2025-07-22T03:09:26.202" v="3803" actId="14100"/>
        <pc:sldMkLst>
          <pc:docMk/>
          <pc:sldMk cId="1162846707" sldId="297"/>
        </pc:sldMkLst>
      </pc:sldChg>
      <pc:sldChg chg="addSp delSp modSp new mod">
        <pc:chgData name="Devon Locher" userId="f6080fdb-9dd1-488f-a163-57fc93326b58" providerId="ADAL" clId="{9CC2DB0D-AAF1-443B-841F-1E2BDD97649F}" dt="2025-07-22T03:15:00.561" v="3817"/>
        <pc:sldMkLst>
          <pc:docMk/>
          <pc:sldMk cId="893175547" sldId="298"/>
        </pc:sldMkLst>
      </pc:sldChg>
      <pc:sldChg chg="delSp modSp add mod ord">
        <pc:chgData name="Devon Locher" userId="f6080fdb-9dd1-488f-a163-57fc93326b58" providerId="ADAL" clId="{9CC2DB0D-AAF1-443B-841F-1E2BDD97649F}" dt="2025-07-22T03:25:16.109" v="4566"/>
        <pc:sldMkLst>
          <pc:docMk/>
          <pc:sldMk cId="968675189" sldId="299"/>
        </pc:sldMkLst>
      </pc:sldChg>
    </pc:docChg>
  </pc:docChgLst>
  <pc:docChgLst>
    <pc:chgData name="Devon Locher" userId="f6080fdb-9dd1-488f-a163-57fc93326b58" providerId="ADAL" clId="{6857AEC0-8E86-4FFB-8785-EA89CE708EB3}"/>
    <pc:docChg chg="undo custSel modSld">
      <pc:chgData name="Devon Locher" userId="f6080fdb-9dd1-488f-a163-57fc93326b58" providerId="ADAL" clId="{6857AEC0-8E86-4FFB-8785-EA89CE708EB3}" dt="2024-11-14T15:01:24.721" v="1152" actId="14100"/>
      <pc:docMkLst>
        <pc:docMk/>
      </pc:docMkLst>
      <pc:sldChg chg="addSp delSp modSp mod">
        <pc:chgData name="Devon Locher" userId="f6080fdb-9dd1-488f-a163-57fc93326b58" providerId="ADAL" clId="{6857AEC0-8E86-4FFB-8785-EA89CE708EB3}" dt="2024-11-14T15:01:24.721" v="1152" actId="14100"/>
        <pc:sldMkLst>
          <pc:docMk/>
          <pc:sldMk cId="1734427791" sldId="256"/>
        </pc:sldMkLst>
      </pc:sldChg>
      <pc:sldChg chg="delSp mod">
        <pc:chgData name="Devon Locher" userId="f6080fdb-9dd1-488f-a163-57fc93326b58" providerId="ADAL" clId="{6857AEC0-8E86-4FFB-8785-EA89CE708EB3}" dt="2024-11-14T14:39:34.277" v="1019" actId="478"/>
        <pc:sldMkLst>
          <pc:docMk/>
          <pc:sldMk cId="4182008885" sldId="257"/>
        </pc:sldMkLst>
      </pc:sldChg>
      <pc:sldChg chg="delSp mod">
        <pc:chgData name="Devon Locher" userId="f6080fdb-9dd1-488f-a163-57fc93326b58" providerId="ADAL" clId="{6857AEC0-8E86-4FFB-8785-EA89CE708EB3}" dt="2024-11-14T14:39:32.750" v="1018" actId="478"/>
        <pc:sldMkLst>
          <pc:docMk/>
          <pc:sldMk cId="3463275827" sldId="259"/>
        </pc:sldMkLst>
      </pc:sldChg>
      <pc:sldChg chg="delSp mod">
        <pc:chgData name="Devon Locher" userId="f6080fdb-9dd1-488f-a163-57fc93326b58" providerId="ADAL" clId="{6857AEC0-8E86-4FFB-8785-EA89CE708EB3}" dt="2024-11-14T14:39:26.102" v="1015" actId="478"/>
        <pc:sldMkLst>
          <pc:docMk/>
          <pc:sldMk cId="597917774" sldId="260"/>
        </pc:sldMkLst>
      </pc:sldChg>
      <pc:sldChg chg="delSp mod">
        <pc:chgData name="Devon Locher" userId="f6080fdb-9dd1-488f-a163-57fc93326b58" providerId="ADAL" clId="{6857AEC0-8E86-4FFB-8785-EA89CE708EB3}" dt="2024-11-14T14:39:22.709" v="1013" actId="478"/>
        <pc:sldMkLst>
          <pc:docMk/>
          <pc:sldMk cId="1379130076" sldId="261"/>
        </pc:sldMkLst>
      </pc:sldChg>
      <pc:sldChg chg="delSp mod">
        <pc:chgData name="Devon Locher" userId="f6080fdb-9dd1-488f-a163-57fc93326b58" providerId="ADAL" clId="{6857AEC0-8E86-4FFB-8785-EA89CE708EB3}" dt="2024-11-14T14:39:30.749" v="1017" actId="478"/>
        <pc:sldMkLst>
          <pc:docMk/>
          <pc:sldMk cId="3512887626" sldId="263"/>
        </pc:sldMkLst>
      </pc:sldChg>
      <pc:sldChg chg="delSp mod">
        <pc:chgData name="Devon Locher" userId="f6080fdb-9dd1-488f-a163-57fc93326b58" providerId="ADAL" clId="{6857AEC0-8E86-4FFB-8785-EA89CE708EB3}" dt="2024-11-14T14:39:28.557" v="1016" actId="478"/>
        <pc:sldMkLst>
          <pc:docMk/>
          <pc:sldMk cId="296657168" sldId="264"/>
        </pc:sldMkLst>
      </pc:sldChg>
      <pc:sldChg chg="delSp mod">
        <pc:chgData name="Devon Locher" userId="f6080fdb-9dd1-488f-a163-57fc93326b58" providerId="ADAL" clId="{6857AEC0-8E86-4FFB-8785-EA89CE708EB3}" dt="2024-11-14T14:39:24.467" v="1014" actId="478"/>
        <pc:sldMkLst>
          <pc:docMk/>
          <pc:sldMk cId="3539308741" sldId="265"/>
        </pc:sldMkLst>
      </pc:sldChg>
      <pc:sldChg chg="delSp mod">
        <pc:chgData name="Devon Locher" userId="f6080fdb-9dd1-488f-a163-57fc93326b58" providerId="ADAL" clId="{6857AEC0-8E86-4FFB-8785-EA89CE708EB3}" dt="2024-11-14T14:38:52.727" v="1012" actId="478"/>
        <pc:sldMkLst>
          <pc:docMk/>
          <pc:sldMk cId="4031125446" sldId="266"/>
        </pc:sldMkLst>
      </pc:sldChg>
      <pc:sldChg chg="delSp mod">
        <pc:chgData name="Devon Locher" userId="f6080fdb-9dd1-488f-a163-57fc93326b58" providerId="ADAL" clId="{6857AEC0-8E86-4FFB-8785-EA89CE708EB3}" dt="2024-11-14T14:39:56.596" v="1025" actId="478"/>
        <pc:sldMkLst>
          <pc:docMk/>
          <pc:sldMk cId="4092036609" sldId="267"/>
        </pc:sldMkLst>
      </pc:sldChg>
      <pc:sldChg chg="delSp mod">
        <pc:chgData name="Devon Locher" userId="f6080fdb-9dd1-488f-a163-57fc93326b58" providerId="ADAL" clId="{6857AEC0-8E86-4FFB-8785-EA89CE708EB3}" dt="2024-11-14T14:39:43.260" v="1021" actId="478"/>
        <pc:sldMkLst>
          <pc:docMk/>
          <pc:sldMk cId="1242496539" sldId="268"/>
        </pc:sldMkLst>
      </pc:sldChg>
      <pc:sldChg chg="delSp mod">
        <pc:chgData name="Devon Locher" userId="f6080fdb-9dd1-488f-a163-57fc93326b58" providerId="ADAL" clId="{6857AEC0-8E86-4FFB-8785-EA89CE708EB3}" dt="2024-11-14T14:39:38.732" v="1020" actId="478"/>
        <pc:sldMkLst>
          <pc:docMk/>
          <pc:sldMk cId="2486723626" sldId="269"/>
        </pc:sldMkLst>
      </pc:sldChg>
      <pc:sldChg chg="delSp mod">
        <pc:chgData name="Devon Locher" userId="f6080fdb-9dd1-488f-a163-57fc93326b58" providerId="ADAL" clId="{6857AEC0-8E86-4FFB-8785-EA89CE708EB3}" dt="2024-11-14T14:39:48.780" v="1022" actId="478"/>
        <pc:sldMkLst>
          <pc:docMk/>
          <pc:sldMk cId="3128852319" sldId="270"/>
        </pc:sldMkLst>
      </pc:sldChg>
      <pc:sldChg chg="delSp mod">
        <pc:chgData name="Devon Locher" userId="f6080fdb-9dd1-488f-a163-57fc93326b58" providerId="ADAL" clId="{6857AEC0-8E86-4FFB-8785-EA89CE708EB3}" dt="2024-11-14T14:39:53.157" v="1024" actId="478"/>
        <pc:sldMkLst>
          <pc:docMk/>
          <pc:sldMk cId="3353103114" sldId="271"/>
        </pc:sldMkLst>
      </pc:sldChg>
      <pc:sldChg chg="delSp mod">
        <pc:chgData name="Devon Locher" userId="f6080fdb-9dd1-488f-a163-57fc93326b58" providerId="ADAL" clId="{6857AEC0-8E86-4FFB-8785-EA89CE708EB3}" dt="2024-11-14T14:39:51.556" v="1023" actId="478"/>
        <pc:sldMkLst>
          <pc:docMk/>
          <pc:sldMk cId="3810229068" sldId="272"/>
        </pc:sldMkLst>
      </pc:sldChg>
      <pc:sldChg chg="delSp mod">
        <pc:chgData name="Devon Locher" userId="f6080fdb-9dd1-488f-a163-57fc93326b58" providerId="ADAL" clId="{6857AEC0-8E86-4FFB-8785-EA89CE708EB3}" dt="2024-11-14T14:39:59.605" v="1026" actId="478"/>
        <pc:sldMkLst>
          <pc:docMk/>
          <pc:sldMk cId="2311113899" sldId="273"/>
        </pc:sldMkLst>
      </pc:sldChg>
      <pc:sldChg chg="delSp mod">
        <pc:chgData name="Devon Locher" userId="f6080fdb-9dd1-488f-a163-57fc93326b58" providerId="ADAL" clId="{6857AEC0-8E86-4FFB-8785-EA89CE708EB3}" dt="2024-11-14T14:19:06.134" v="1" actId="478"/>
        <pc:sldMkLst>
          <pc:docMk/>
          <pc:sldMk cId="1894876983" sldId="275"/>
        </pc:sldMkLst>
      </pc:sldChg>
    </pc:docChg>
  </pc:docChgLst>
  <pc:docChgLst>
    <pc:chgData name="Devon Locher" userId="f6080fdb-9dd1-488f-a163-57fc93326b58" providerId="ADAL" clId="{956126D5-ED95-4CA4-B65E-3FCCC54FC467}"/>
    <pc:docChg chg="undo custSel addSld delSld modSld">
      <pc:chgData name="Devon Locher" userId="f6080fdb-9dd1-488f-a163-57fc93326b58" providerId="ADAL" clId="{956126D5-ED95-4CA4-B65E-3FCCC54FC467}" dt="2025-10-14T15:02:27.756" v="584" actId="2696"/>
      <pc:docMkLst>
        <pc:docMk/>
      </pc:docMkLst>
      <pc:sldChg chg="addSp delSp modSp mod">
        <pc:chgData name="Devon Locher" userId="f6080fdb-9dd1-488f-a163-57fc93326b58" providerId="ADAL" clId="{956126D5-ED95-4CA4-B65E-3FCCC54FC467}" dt="2025-10-08T03:16:26.493" v="556" actId="1076"/>
        <pc:sldMkLst>
          <pc:docMk/>
          <pc:sldMk cId="273251447" sldId="284"/>
        </pc:sldMkLst>
      </pc:sldChg>
      <pc:sldChg chg="addSp delSp modSp mod">
        <pc:chgData name="Devon Locher" userId="f6080fdb-9dd1-488f-a163-57fc93326b58" providerId="ADAL" clId="{956126D5-ED95-4CA4-B65E-3FCCC54FC467}" dt="2025-10-05T01:23:01.112" v="536" actId="1076"/>
        <pc:sldMkLst>
          <pc:docMk/>
          <pc:sldMk cId="228448030" sldId="287"/>
        </pc:sldMkLst>
      </pc:sldChg>
      <pc:sldChg chg="modSp mod">
        <pc:chgData name="Devon Locher" userId="f6080fdb-9dd1-488f-a163-57fc93326b58" providerId="ADAL" clId="{956126D5-ED95-4CA4-B65E-3FCCC54FC467}" dt="2025-10-05T01:21:28.662" v="524" actId="20577"/>
        <pc:sldMkLst>
          <pc:docMk/>
          <pc:sldMk cId="1598494734" sldId="288"/>
        </pc:sldMkLst>
      </pc:sldChg>
      <pc:sldChg chg="addSp delSp modSp mod">
        <pc:chgData name="Devon Locher" userId="f6080fdb-9dd1-488f-a163-57fc93326b58" providerId="ADAL" clId="{956126D5-ED95-4CA4-B65E-3FCCC54FC467}" dt="2025-10-14T15:00:53.037" v="572" actId="1076"/>
        <pc:sldMkLst>
          <pc:docMk/>
          <pc:sldMk cId="3284637928" sldId="291"/>
        </pc:sldMkLst>
      </pc:sldChg>
      <pc:sldChg chg="addSp delSp modSp mod">
        <pc:chgData name="Devon Locher" userId="f6080fdb-9dd1-488f-a163-57fc93326b58" providerId="ADAL" clId="{956126D5-ED95-4CA4-B65E-3FCCC54FC467}" dt="2025-10-03T17:28:30.643" v="10" actId="1076"/>
        <pc:sldMkLst>
          <pc:docMk/>
          <pc:sldMk cId="1119983267" sldId="292"/>
        </pc:sldMkLst>
      </pc:sldChg>
      <pc:sldChg chg="addSp delSp modSp mod">
        <pc:chgData name="Devon Locher" userId="f6080fdb-9dd1-488f-a163-57fc93326b58" providerId="ADAL" clId="{956126D5-ED95-4CA4-B65E-3FCCC54FC467}" dt="2025-10-05T01:26:13.482" v="545" actId="1076"/>
        <pc:sldMkLst>
          <pc:docMk/>
          <pc:sldMk cId="2403983038" sldId="293"/>
        </pc:sldMkLst>
      </pc:sldChg>
      <pc:sldChg chg="modSp mod">
        <pc:chgData name="Devon Locher" userId="f6080fdb-9dd1-488f-a163-57fc93326b58" providerId="ADAL" clId="{956126D5-ED95-4CA4-B65E-3FCCC54FC467}" dt="2025-10-05T01:13:49.054" v="460" actId="20577"/>
        <pc:sldMkLst>
          <pc:docMk/>
          <pc:sldMk cId="1162846707" sldId="297"/>
        </pc:sldMkLst>
      </pc:sldChg>
      <pc:sldChg chg="del">
        <pc:chgData name="Devon Locher" userId="f6080fdb-9dd1-488f-a163-57fc93326b58" providerId="ADAL" clId="{956126D5-ED95-4CA4-B65E-3FCCC54FC467}" dt="2025-10-14T15:01:53.790" v="578" actId="2696"/>
        <pc:sldMkLst>
          <pc:docMk/>
          <pc:sldMk cId="3996787134" sldId="300"/>
        </pc:sldMkLst>
      </pc:sldChg>
      <pc:sldChg chg="del">
        <pc:chgData name="Devon Locher" userId="f6080fdb-9dd1-488f-a163-57fc93326b58" providerId="ADAL" clId="{956126D5-ED95-4CA4-B65E-3FCCC54FC467}" dt="2025-10-14T15:02:27.756" v="584" actId="2696"/>
        <pc:sldMkLst>
          <pc:docMk/>
          <pc:sldMk cId="2854047517" sldId="301"/>
        </pc:sldMkLst>
      </pc:sldChg>
      <pc:sldChg chg="new del">
        <pc:chgData name="Devon Locher" userId="f6080fdb-9dd1-488f-a163-57fc93326b58" providerId="ADAL" clId="{956126D5-ED95-4CA4-B65E-3FCCC54FC467}" dt="2025-10-03T17:30:23.679" v="19" actId="2696"/>
        <pc:sldMkLst>
          <pc:docMk/>
          <pc:sldMk cId="907616611" sldId="302"/>
        </pc:sldMkLst>
      </pc:sldChg>
      <pc:sldChg chg="addSp delSp modSp add mod">
        <pc:chgData name="Devon Locher" userId="f6080fdb-9dd1-488f-a163-57fc93326b58" providerId="ADAL" clId="{956126D5-ED95-4CA4-B65E-3FCCC54FC467}" dt="2025-10-03T17:37:08.055" v="289" actId="1076"/>
        <pc:sldMkLst>
          <pc:docMk/>
          <pc:sldMk cId="1065163672" sldId="303"/>
        </pc:sldMkLst>
      </pc:sldChg>
      <pc:sldChg chg="addSp delSp modSp add mod">
        <pc:chgData name="Devon Locher" userId="f6080fdb-9dd1-488f-a163-57fc93326b58" providerId="ADAL" clId="{956126D5-ED95-4CA4-B65E-3FCCC54FC467}" dt="2025-10-14T15:02:04.045" v="579" actId="108"/>
        <pc:sldMkLst>
          <pc:docMk/>
          <pc:sldMk cId="1817446479" sldId="304"/>
        </pc:sldMkLst>
      </pc:sldChg>
      <pc:sldChg chg="addSp delSp modSp add mod">
        <pc:chgData name="Devon Locher" userId="f6080fdb-9dd1-488f-a163-57fc93326b58" providerId="ADAL" clId="{956126D5-ED95-4CA4-B65E-3FCCC54FC467}" dt="2025-10-14T15:02:23.094" v="583" actId="108"/>
        <pc:sldMkLst>
          <pc:docMk/>
          <pc:sldMk cId="1517154587" sldId="30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E723AE-74B1-4A77-BD72-523DDC811EB7}" type="datetimeFigureOut">
              <a:rPr lang="en-US" smtClean="0"/>
              <a:t>12/13/2025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2F5A16-2F50-4EE2-AE20-D74D6FA62031}" type="slidenum">
              <a:rPr lang="en-US" smtClean="0"/>
              <a:t>‹#›</a:t>
            </a:fld>
            <a:endParaRPr lang="en-US"/>
          </a:p>
        </p:txBody>
      </p:sp>
    </p:spTree>
    <p:extLst>
      <p:ext uri="{BB962C8B-B14F-4D97-AF65-F5344CB8AC3E}">
        <p14:creationId xmlns:p14="http://schemas.microsoft.com/office/powerpoint/2010/main" val="905119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9A9D6-3DD8-4D02-AAF4-D3CF0DF31A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80D6AB-D9F4-46A1-9372-5A180C76D9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7AE1242-6750-4BC4-9F83-FA3F525F30E2}"/>
              </a:ext>
            </a:extLst>
          </p:cNvPr>
          <p:cNvSpPr>
            <a:spLocks noGrp="1"/>
          </p:cNvSpPr>
          <p:nvPr>
            <p:ph type="dt" sz="half" idx="10"/>
          </p:nvPr>
        </p:nvSpPr>
        <p:spPr/>
        <p:txBody>
          <a:bodyPr/>
          <a:lstStyle/>
          <a:p>
            <a:fld id="{45364659-F531-4168-AC90-D68B278A33E7}" type="datetime1">
              <a:rPr lang="en-US" smtClean="0"/>
              <a:t>12/13/2025</a:t>
            </a:fld>
            <a:endParaRPr lang="en-US"/>
          </a:p>
        </p:txBody>
      </p:sp>
      <p:sp>
        <p:nvSpPr>
          <p:cNvPr id="5" name="Footer Placeholder 4">
            <a:extLst>
              <a:ext uri="{FF2B5EF4-FFF2-40B4-BE49-F238E27FC236}">
                <a16:creationId xmlns:a16="http://schemas.microsoft.com/office/drawing/2014/main" id="{6B4D9C6F-D6BE-489C-8568-CAF3E8EB85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7065A2-80F3-4ACD-8F29-402F45BCDE3D}"/>
              </a:ext>
            </a:extLst>
          </p:cNvPr>
          <p:cNvSpPr>
            <a:spLocks noGrp="1"/>
          </p:cNvSpPr>
          <p:nvPr>
            <p:ph type="sldNum" sz="quarter" idx="12"/>
          </p:nvPr>
        </p:nvSpPr>
        <p:spPr/>
        <p:txBody>
          <a:bodyPr/>
          <a:lstStyle/>
          <a:p>
            <a:fld id="{2CABD67E-E1C0-4388-A97C-FA10073BB0CC}" type="slidenum">
              <a:rPr lang="en-US" smtClean="0"/>
              <a:t>‹#›</a:t>
            </a:fld>
            <a:endParaRPr lang="en-US"/>
          </a:p>
        </p:txBody>
      </p:sp>
    </p:spTree>
    <p:extLst>
      <p:ext uri="{BB962C8B-B14F-4D97-AF65-F5344CB8AC3E}">
        <p14:creationId xmlns:p14="http://schemas.microsoft.com/office/powerpoint/2010/main" val="3467498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D0D8F-1260-4B04-9169-51B47D684F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11D04C-6808-4F8A-B711-5E63746B6F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86D07F-28C2-4A48-8A3D-1458AE53AB42}"/>
              </a:ext>
            </a:extLst>
          </p:cNvPr>
          <p:cNvSpPr>
            <a:spLocks noGrp="1"/>
          </p:cNvSpPr>
          <p:nvPr>
            <p:ph type="dt" sz="half" idx="10"/>
          </p:nvPr>
        </p:nvSpPr>
        <p:spPr/>
        <p:txBody>
          <a:bodyPr/>
          <a:lstStyle/>
          <a:p>
            <a:fld id="{CF324A83-CE04-409D-AC6B-1A09966195E1}" type="datetime1">
              <a:rPr lang="en-US" smtClean="0"/>
              <a:t>12/13/2025</a:t>
            </a:fld>
            <a:endParaRPr lang="en-US"/>
          </a:p>
        </p:txBody>
      </p:sp>
      <p:sp>
        <p:nvSpPr>
          <p:cNvPr id="5" name="Footer Placeholder 4">
            <a:extLst>
              <a:ext uri="{FF2B5EF4-FFF2-40B4-BE49-F238E27FC236}">
                <a16:creationId xmlns:a16="http://schemas.microsoft.com/office/drawing/2014/main" id="{34B97D9D-C343-4AA3-A0A2-C1C097BA9E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6DCE68-1646-4627-85F9-32C8DF936088}"/>
              </a:ext>
            </a:extLst>
          </p:cNvPr>
          <p:cNvSpPr>
            <a:spLocks noGrp="1"/>
          </p:cNvSpPr>
          <p:nvPr>
            <p:ph type="sldNum" sz="quarter" idx="12"/>
          </p:nvPr>
        </p:nvSpPr>
        <p:spPr/>
        <p:txBody>
          <a:bodyPr/>
          <a:lstStyle/>
          <a:p>
            <a:fld id="{2CABD67E-E1C0-4388-A97C-FA10073BB0CC}" type="slidenum">
              <a:rPr lang="en-US" smtClean="0"/>
              <a:t>‹#›</a:t>
            </a:fld>
            <a:endParaRPr lang="en-US"/>
          </a:p>
        </p:txBody>
      </p:sp>
    </p:spTree>
    <p:extLst>
      <p:ext uri="{BB962C8B-B14F-4D97-AF65-F5344CB8AC3E}">
        <p14:creationId xmlns:p14="http://schemas.microsoft.com/office/powerpoint/2010/main" val="1114501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14288-1A6D-444E-9390-0EEC687D44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1BD608F-6286-4FCB-B2EB-EE42800874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D2A9B3D-9489-4949-8E44-4EC138299DE3}"/>
              </a:ext>
            </a:extLst>
          </p:cNvPr>
          <p:cNvSpPr>
            <a:spLocks noGrp="1"/>
          </p:cNvSpPr>
          <p:nvPr>
            <p:ph type="dt" sz="half" idx="10"/>
          </p:nvPr>
        </p:nvSpPr>
        <p:spPr/>
        <p:txBody>
          <a:bodyPr/>
          <a:lstStyle/>
          <a:p>
            <a:fld id="{7ACB2E38-95A8-4274-983E-7A07ECBD1D43}" type="datetime1">
              <a:rPr lang="en-US" smtClean="0"/>
              <a:t>12/13/2025</a:t>
            </a:fld>
            <a:endParaRPr lang="en-US"/>
          </a:p>
        </p:txBody>
      </p:sp>
      <p:sp>
        <p:nvSpPr>
          <p:cNvPr id="5" name="Footer Placeholder 4">
            <a:extLst>
              <a:ext uri="{FF2B5EF4-FFF2-40B4-BE49-F238E27FC236}">
                <a16:creationId xmlns:a16="http://schemas.microsoft.com/office/drawing/2014/main" id="{297BBDAA-051C-440A-A42D-384C134318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2A6135-F3FD-4E9E-A4E8-8FCE74F17166}"/>
              </a:ext>
            </a:extLst>
          </p:cNvPr>
          <p:cNvSpPr>
            <a:spLocks noGrp="1"/>
          </p:cNvSpPr>
          <p:nvPr>
            <p:ph type="sldNum" sz="quarter" idx="12"/>
          </p:nvPr>
        </p:nvSpPr>
        <p:spPr/>
        <p:txBody>
          <a:bodyPr/>
          <a:lstStyle/>
          <a:p>
            <a:fld id="{2CABD67E-E1C0-4388-A97C-FA10073BB0CC}" type="slidenum">
              <a:rPr lang="en-US" smtClean="0"/>
              <a:t>‹#›</a:t>
            </a:fld>
            <a:endParaRPr lang="en-US"/>
          </a:p>
        </p:txBody>
      </p:sp>
    </p:spTree>
    <p:extLst>
      <p:ext uri="{BB962C8B-B14F-4D97-AF65-F5344CB8AC3E}">
        <p14:creationId xmlns:p14="http://schemas.microsoft.com/office/powerpoint/2010/main" val="40055380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CD040-0CE2-41F3-BD9B-1BA5BB3405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B1774B-0CC9-4DFA-9A19-127D7B984B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DE7A434-1854-40DA-9115-EE2EAEF18C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1E64F9-500A-413D-B06C-43CFC1ECF3A0}"/>
              </a:ext>
            </a:extLst>
          </p:cNvPr>
          <p:cNvSpPr>
            <a:spLocks noGrp="1"/>
          </p:cNvSpPr>
          <p:nvPr>
            <p:ph type="dt" sz="half" idx="10"/>
          </p:nvPr>
        </p:nvSpPr>
        <p:spPr/>
        <p:txBody>
          <a:bodyPr/>
          <a:lstStyle/>
          <a:p>
            <a:fld id="{B65B709C-0637-4D9B-B7AC-4F9996797A32}" type="datetime1">
              <a:rPr lang="en-US" smtClean="0"/>
              <a:t>12/13/2025</a:t>
            </a:fld>
            <a:endParaRPr lang="en-US"/>
          </a:p>
        </p:txBody>
      </p:sp>
      <p:sp>
        <p:nvSpPr>
          <p:cNvPr id="6" name="Footer Placeholder 5">
            <a:extLst>
              <a:ext uri="{FF2B5EF4-FFF2-40B4-BE49-F238E27FC236}">
                <a16:creationId xmlns:a16="http://schemas.microsoft.com/office/drawing/2014/main" id="{808880A9-3D27-4160-A0C2-C86B035691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5750B4-0A4D-4BCB-BB19-B89D7746DFE0}"/>
              </a:ext>
            </a:extLst>
          </p:cNvPr>
          <p:cNvSpPr>
            <a:spLocks noGrp="1"/>
          </p:cNvSpPr>
          <p:nvPr>
            <p:ph type="sldNum" sz="quarter" idx="12"/>
          </p:nvPr>
        </p:nvSpPr>
        <p:spPr/>
        <p:txBody>
          <a:bodyPr/>
          <a:lstStyle/>
          <a:p>
            <a:fld id="{2CABD67E-E1C0-4388-A97C-FA10073BB0CC}" type="slidenum">
              <a:rPr lang="en-US" smtClean="0"/>
              <a:t>‹#›</a:t>
            </a:fld>
            <a:endParaRPr lang="en-US"/>
          </a:p>
        </p:txBody>
      </p:sp>
    </p:spTree>
    <p:extLst>
      <p:ext uri="{BB962C8B-B14F-4D97-AF65-F5344CB8AC3E}">
        <p14:creationId xmlns:p14="http://schemas.microsoft.com/office/powerpoint/2010/main" val="15263189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BE28D-EBE8-44F6-BFD8-D6FEFEA39E8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2E476E5-CC54-42E0-806C-4772A82A07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B81161-CD45-41DC-8A45-34CE1A962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7ABA8A7-EBA0-499A-B022-A85A57C6BD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5E3E794-FE39-4E2F-BCF7-FF531FDB44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A7A0294-B20D-4EA5-8406-D2A5C967FB7F}"/>
              </a:ext>
            </a:extLst>
          </p:cNvPr>
          <p:cNvSpPr>
            <a:spLocks noGrp="1"/>
          </p:cNvSpPr>
          <p:nvPr>
            <p:ph type="dt" sz="half" idx="10"/>
          </p:nvPr>
        </p:nvSpPr>
        <p:spPr/>
        <p:txBody>
          <a:bodyPr/>
          <a:lstStyle/>
          <a:p>
            <a:fld id="{2D1CE944-477D-481B-960A-E3641003EE58}" type="datetime1">
              <a:rPr lang="en-US" smtClean="0"/>
              <a:t>12/13/2025</a:t>
            </a:fld>
            <a:endParaRPr lang="en-US"/>
          </a:p>
        </p:txBody>
      </p:sp>
      <p:sp>
        <p:nvSpPr>
          <p:cNvPr id="8" name="Footer Placeholder 7">
            <a:extLst>
              <a:ext uri="{FF2B5EF4-FFF2-40B4-BE49-F238E27FC236}">
                <a16:creationId xmlns:a16="http://schemas.microsoft.com/office/drawing/2014/main" id="{EC51486A-C9EA-48CF-8D59-F0B1C5D8B3A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21D989-865D-4585-B6E9-9E645FF3BFFF}"/>
              </a:ext>
            </a:extLst>
          </p:cNvPr>
          <p:cNvSpPr>
            <a:spLocks noGrp="1"/>
          </p:cNvSpPr>
          <p:nvPr>
            <p:ph type="sldNum" sz="quarter" idx="12"/>
          </p:nvPr>
        </p:nvSpPr>
        <p:spPr/>
        <p:txBody>
          <a:bodyPr/>
          <a:lstStyle/>
          <a:p>
            <a:fld id="{2CABD67E-E1C0-4388-A97C-FA10073BB0CC}" type="slidenum">
              <a:rPr lang="en-US" smtClean="0"/>
              <a:t>‹#›</a:t>
            </a:fld>
            <a:endParaRPr lang="en-US"/>
          </a:p>
        </p:txBody>
      </p:sp>
    </p:spTree>
    <p:extLst>
      <p:ext uri="{BB962C8B-B14F-4D97-AF65-F5344CB8AC3E}">
        <p14:creationId xmlns:p14="http://schemas.microsoft.com/office/powerpoint/2010/main" val="2726924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6A8E8-FE0E-4E20-80FF-4336A8BBA6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59B8FB-FB06-4486-BEF5-F3CA791BF2D5}"/>
              </a:ext>
            </a:extLst>
          </p:cNvPr>
          <p:cNvSpPr>
            <a:spLocks noGrp="1"/>
          </p:cNvSpPr>
          <p:nvPr>
            <p:ph type="dt" sz="half" idx="10"/>
          </p:nvPr>
        </p:nvSpPr>
        <p:spPr/>
        <p:txBody>
          <a:bodyPr/>
          <a:lstStyle/>
          <a:p>
            <a:fld id="{B255697B-3B22-481D-B7AD-0027197FC855}" type="datetime1">
              <a:rPr lang="en-US" smtClean="0"/>
              <a:t>12/13/2025</a:t>
            </a:fld>
            <a:endParaRPr lang="en-US"/>
          </a:p>
        </p:txBody>
      </p:sp>
      <p:sp>
        <p:nvSpPr>
          <p:cNvPr id="4" name="Footer Placeholder 3">
            <a:extLst>
              <a:ext uri="{FF2B5EF4-FFF2-40B4-BE49-F238E27FC236}">
                <a16:creationId xmlns:a16="http://schemas.microsoft.com/office/drawing/2014/main" id="{5B8FDE81-1CBA-45C5-AA5F-201E4799D2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BB92587-DBD2-4649-A68B-D12BA5267569}"/>
              </a:ext>
            </a:extLst>
          </p:cNvPr>
          <p:cNvSpPr>
            <a:spLocks noGrp="1"/>
          </p:cNvSpPr>
          <p:nvPr>
            <p:ph type="sldNum" sz="quarter" idx="12"/>
          </p:nvPr>
        </p:nvSpPr>
        <p:spPr/>
        <p:txBody>
          <a:bodyPr/>
          <a:lstStyle/>
          <a:p>
            <a:fld id="{2CABD67E-E1C0-4388-A97C-FA10073BB0CC}" type="slidenum">
              <a:rPr lang="en-US" smtClean="0"/>
              <a:t>‹#›</a:t>
            </a:fld>
            <a:endParaRPr lang="en-US"/>
          </a:p>
        </p:txBody>
      </p:sp>
    </p:spTree>
    <p:extLst>
      <p:ext uri="{BB962C8B-B14F-4D97-AF65-F5344CB8AC3E}">
        <p14:creationId xmlns:p14="http://schemas.microsoft.com/office/powerpoint/2010/main" val="1798545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81450C-1979-4789-AFFA-82E4B9E3FC91}"/>
              </a:ext>
            </a:extLst>
          </p:cNvPr>
          <p:cNvSpPr>
            <a:spLocks noGrp="1"/>
          </p:cNvSpPr>
          <p:nvPr>
            <p:ph type="dt" sz="half" idx="10"/>
          </p:nvPr>
        </p:nvSpPr>
        <p:spPr/>
        <p:txBody>
          <a:bodyPr/>
          <a:lstStyle/>
          <a:p>
            <a:fld id="{F7A5FBF0-C023-4D27-A18F-CC39C29CE5C5}" type="datetime1">
              <a:rPr lang="en-US" smtClean="0"/>
              <a:t>12/13/2025</a:t>
            </a:fld>
            <a:endParaRPr lang="en-US"/>
          </a:p>
        </p:txBody>
      </p:sp>
      <p:sp>
        <p:nvSpPr>
          <p:cNvPr id="3" name="Footer Placeholder 2">
            <a:extLst>
              <a:ext uri="{FF2B5EF4-FFF2-40B4-BE49-F238E27FC236}">
                <a16:creationId xmlns:a16="http://schemas.microsoft.com/office/drawing/2014/main" id="{4D264149-D3A5-40F1-9E59-764E2433A9D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50261C9-5F0F-48C0-834A-F74D7961C2FF}"/>
              </a:ext>
            </a:extLst>
          </p:cNvPr>
          <p:cNvSpPr>
            <a:spLocks noGrp="1"/>
          </p:cNvSpPr>
          <p:nvPr>
            <p:ph type="sldNum" sz="quarter" idx="12"/>
          </p:nvPr>
        </p:nvSpPr>
        <p:spPr/>
        <p:txBody>
          <a:bodyPr/>
          <a:lstStyle/>
          <a:p>
            <a:fld id="{2CABD67E-E1C0-4388-A97C-FA10073BB0CC}" type="slidenum">
              <a:rPr lang="en-US" smtClean="0"/>
              <a:t>‹#›</a:t>
            </a:fld>
            <a:endParaRPr lang="en-US"/>
          </a:p>
        </p:txBody>
      </p:sp>
    </p:spTree>
    <p:extLst>
      <p:ext uri="{BB962C8B-B14F-4D97-AF65-F5344CB8AC3E}">
        <p14:creationId xmlns:p14="http://schemas.microsoft.com/office/powerpoint/2010/main" val="4073134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D0384-02AA-4DDA-92A0-278FACAB3D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B25BB9-6243-498A-8B46-813D7542E1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69143EA-F765-45E9-B66A-354CEC6296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E15C52-00DE-4345-9268-AB3C9C81283C}"/>
              </a:ext>
            </a:extLst>
          </p:cNvPr>
          <p:cNvSpPr>
            <a:spLocks noGrp="1"/>
          </p:cNvSpPr>
          <p:nvPr>
            <p:ph type="dt" sz="half" idx="10"/>
          </p:nvPr>
        </p:nvSpPr>
        <p:spPr/>
        <p:txBody>
          <a:bodyPr/>
          <a:lstStyle/>
          <a:p>
            <a:fld id="{21EBBBE5-C386-4733-B359-7BF6E81707B2}" type="datetime1">
              <a:rPr lang="en-US" smtClean="0"/>
              <a:t>12/13/2025</a:t>
            </a:fld>
            <a:endParaRPr lang="en-US"/>
          </a:p>
        </p:txBody>
      </p:sp>
      <p:sp>
        <p:nvSpPr>
          <p:cNvPr id="6" name="Footer Placeholder 5">
            <a:extLst>
              <a:ext uri="{FF2B5EF4-FFF2-40B4-BE49-F238E27FC236}">
                <a16:creationId xmlns:a16="http://schemas.microsoft.com/office/drawing/2014/main" id="{840AB2CB-E722-4665-9DDD-42583A30A7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24D90E-80AC-44FE-A82F-2CF1504D6590}"/>
              </a:ext>
            </a:extLst>
          </p:cNvPr>
          <p:cNvSpPr>
            <a:spLocks noGrp="1"/>
          </p:cNvSpPr>
          <p:nvPr>
            <p:ph type="sldNum" sz="quarter" idx="12"/>
          </p:nvPr>
        </p:nvSpPr>
        <p:spPr/>
        <p:txBody>
          <a:bodyPr/>
          <a:lstStyle/>
          <a:p>
            <a:fld id="{2CABD67E-E1C0-4388-A97C-FA10073BB0CC}" type="slidenum">
              <a:rPr lang="en-US" smtClean="0"/>
              <a:t>‹#›</a:t>
            </a:fld>
            <a:endParaRPr lang="en-US"/>
          </a:p>
        </p:txBody>
      </p:sp>
    </p:spTree>
    <p:extLst>
      <p:ext uri="{BB962C8B-B14F-4D97-AF65-F5344CB8AC3E}">
        <p14:creationId xmlns:p14="http://schemas.microsoft.com/office/powerpoint/2010/main" val="1035338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16518-C03A-4D0B-89A4-396CBD1F91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CEFA652-E82D-4C51-8C2C-F9248B4676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92ACF77-8564-4778-8EA7-C74B3F74DD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294616-4F1B-4C10-ABF6-864AF26E6E6F}"/>
              </a:ext>
            </a:extLst>
          </p:cNvPr>
          <p:cNvSpPr>
            <a:spLocks noGrp="1"/>
          </p:cNvSpPr>
          <p:nvPr>
            <p:ph type="dt" sz="half" idx="10"/>
          </p:nvPr>
        </p:nvSpPr>
        <p:spPr/>
        <p:txBody>
          <a:bodyPr/>
          <a:lstStyle/>
          <a:p>
            <a:fld id="{8355F255-851C-4A99-804D-ED28BC90C219}" type="datetime1">
              <a:rPr lang="en-US" smtClean="0"/>
              <a:t>12/13/2025</a:t>
            </a:fld>
            <a:endParaRPr lang="en-US"/>
          </a:p>
        </p:txBody>
      </p:sp>
      <p:sp>
        <p:nvSpPr>
          <p:cNvPr id="6" name="Footer Placeholder 5">
            <a:extLst>
              <a:ext uri="{FF2B5EF4-FFF2-40B4-BE49-F238E27FC236}">
                <a16:creationId xmlns:a16="http://schemas.microsoft.com/office/drawing/2014/main" id="{DF0C316D-5B88-42A1-8529-633AD30A0A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30B60F-3BFF-4AAD-9E12-73A61A222EC3}"/>
              </a:ext>
            </a:extLst>
          </p:cNvPr>
          <p:cNvSpPr>
            <a:spLocks noGrp="1"/>
          </p:cNvSpPr>
          <p:nvPr>
            <p:ph type="sldNum" sz="quarter" idx="12"/>
          </p:nvPr>
        </p:nvSpPr>
        <p:spPr/>
        <p:txBody>
          <a:bodyPr/>
          <a:lstStyle/>
          <a:p>
            <a:fld id="{2CABD67E-E1C0-4388-A97C-FA10073BB0CC}" type="slidenum">
              <a:rPr lang="en-US" smtClean="0"/>
              <a:t>‹#›</a:t>
            </a:fld>
            <a:endParaRPr lang="en-US"/>
          </a:p>
        </p:txBody>
      </p:sp>
    </p:spTree>
    <p:extLst>
      <p:ext uri="{BB962C8B-B14F-4D97-AF65-F5344CB8AC3E}">
        <p14:creationId xmlns:p14="http://schemas.microsoft.com/office/powerpoint/2010/main" val="1380694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3B533-13C7-4906-BF82-F5CEA202B78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06ADAFE-266D-466D-9329-323EE2A888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2910BA-E6D8-44A1-8E11-3D7743CBAC3F}"/>
              </a:ext>
            </a:extLst>
          </p:cNvPr>
          <p:cNvSpPr>
            <a:spLocks noGrp="1"/>
          </p:cNvSpPr>
          <p:nvPr>
            <p:ph type="dt" sz="half" idx="10"/>
          </p:nvPr>
        </p:nvSpPr>
        <p:spPr/>
        <p:txBody>
          <a:bodyPr/>
          <a:lstStyle/>
          <a:p>
            <a:fld id="{747CD549-7D17-4EB9-9D97-B228293024DD}" type="datetime1">
              <a:rPr lang="en-US" smtClean="0"/>
              <a:t>12/13/2025</a:t>
            </a:fld>
            <a:endParaRPr lang="en-US"/>
          </a:p>
        </p:txBody>
      </p:sp>
      <p:sp>
        <p:nvSpPr>
          <p:cNvPr id="5" name="Footer Placeholder 4">
            <a:extLst>
              <a:ext uri="{FF2B5EF4-FFF2-40B4-BE49-F238E27FC236}">
                <a16:creationId xmlns:a16="http://schemas.microsoft.com/office/drawing/2014/main" id="{78C076A1-9DDB-4F09-81E9-26519FE133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E05262-301C-42F0-A2F3-383D6CF1B2E2}"/>
              </a:ext>
            </a:extLst>
          </p:cNvPr>
          <p:cNvSpPr>
            <a:spLocks noGrp="1"/>
          </p:cNvSpPr>
          <p:nvPr>
            <p:ph type="sldNum" sz="quarter" idx="12"/>
          </p:nvPr>
        </p:nvSpPr>
        <p:spPr/>
        <p:txBody>
          <a:bodyPr/>
          <a:lstStyle/>
          <a:p>
            <a:fld id="{2CABD67E-E1C0-4388-A97C-FA10073BB0CC}" type="slidenum">
              <a:rPr lang="en-US" smtClean="0"/>
              <a:t>‹#›</a:t>
            </a:fld>
            <a:endParaRPr lang="en-US"/>
          </a:p>
        </p:txBody>
      </p:sp>
    </p:spTree>
    <p:extLst>
      <p:ext uri="{BB962C8B-B14F-4D97-AF65-F5344CB8AC3E}">
        <p14:creationId xmlns:p14="http://schemas.microsoft.com/office/powerpoint/2010/main" val="473539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6D82DF-A942-4923-A1B7-AD2FD1426B4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47C2ED-92FF-40A5-9AF5-1B84DEF8B2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A17826-4771-4517-B77F-BCA18602C4FA}"/>
              </a:ext>
            </a:extLst>
          </p:cNvPr>
          <p:cNvSpPr>
            <a:spLocks noGrp="1"/>
          </p:cNvSpPr>
          <p:nvPr>
            <p:ph type="dt" sz="half" idx="10"/>
          </p:nvPr>
        </p:nvSpPr>
        <p:spPr/>
        <p:txBody>
          <a:bodyPr/>
          <a:lstStyle/>
          <a:p>
            <a:fld id="{3C8CE28D-F58B-4066-87E3-49A47508DE00}" type="datetime1">
              <a:rPr lang="en-US" smtClean="0"/>
              <a:t>12/13/2025</a:t>
            </a:fld>
            <a:endParaRPr lang="en-US"/>
          </a:p>
        </p:txBody>
      </p:sp>
      <p:sp>
        <p:nvSpPr>
          <p:cNvPr id="5" name="Footer Placeholder 4">
            <a:extLst>
              <a:ext uri="{FF2B5EF4-FFF2-40B4-BE49-F238E27FC236}">
                <a16:creationId xmlns:a16="http://schemas.microsoft.com/office/drawing/2014/main" id="{D4570E03-6CD0-4AEC-B8A8-2A85084216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8218E3-A5A4-4508-9D96-58CAB8950DF7}"/>
              </a:ext>
            </a:extLst>
          </p:cNvPr>
          <p:cNvSpPr>
            <a:spLocks noGrp="1"/>
          </p:cNvSpPr>
          <p:nvPr>
            <p:ph type="sldNum" sz="quarter" idx="12"/>
          </p:nvPr>
        </p:nvSpPr>
        <p:spPr/>
        <p:txBody>
          <a:bodyPr/>
          <a:lstStyle/>
          <a:p>
            <a:fld id="{2CABD67E-E1C0-4388-A97C-FA10073BB0CC}" type="slidenum">
              <a:rPr lang="en-US" smtClean="0"/>
              <a:t>‹#›</a:t>
            </a:fld>
            <a:endParaRPr lang="en-US"/>
          </a:p>
        </p:txBody>
      </p:sp>
    </p:spTree>
    <p:extLst>
      <p:ext uri="{BB962C8B-B14F-4D97-AF65-F5344CB8AC3E}">
        <p14:creationId xmlns:p14="http://schemas.microsoft.com/office/powerpoint/2010/main" val="36999341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87D04D-DA4B-41EE-8CB6-527BFEF0EF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BE433BC-AF68-424C-A2B7-8311CD61CC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3D2B15-95DF-4541-B943-32D7FD94EC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E7EBA4-AC3D-4183-9128-4522067F72EE}" type="datetime1">
              <a:rPr lang="en-US" smtClean="0"/>
              <a:t>12/13/2025</a:t>
            </a:fld>
            <a:endParaRPr lang="en-US"/>
          </a:p>
        </p:txBody>
      </p:sp>
      <p:sp>
        <p:nvSpPr>
          <p:cNvPr id="5" name="Footer Placeholder 4">
            <a:extLst>
              <a:ext uri="{FF2B5EF4-FFF2-40B4-BE49-F238E27FC236}">
                <a16:creationId xmlns:a16="http://schemas.microsoft.com/office/drawing/2014/main" id="{A5C45BFA-8350-4CB5-964E-F2FC702618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4B2673C-7B75-485B-B634-A1DC9ACB56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ABD67E-E1C0-4388-A97C-FA10073BB0CC}" type="slidenum">
              <a:rPr lang="en-US" smtClean="0"/>
              <a:t>‹#›</a:t>
            </a:fld>
            <a:endParaRPr lang="en-US"/>
          </a:p>
        </p:txBody>
      </p:sp>
    </p:spTree>
    <p:extLst>
      <p:ext uri="{BB962C8B-B14F-4D97-AF65-F5344CB8AC3E}">
        <p14:creationId xmlns:p14="http://schemas.microsoft.com/office/powerpoint/2010/main" val="23360660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5F8F552-B10F-F029-3FAC-493D30AB26F7}"/>
              </a:ext>
            </a:extLst>
          </p:cNvPr>
          <p:cNvSpPr txBox="1"/>
          <p:nvPr/>
        </p:nvSpPr>
        <p:spPr>
          <a:xfrm>
            <a:off x="754673" y="614087"/>
            <a:ext cx="10682654" cy="5139869"/>
          </a:xfrm>
          <a:prstGeom prst="rect">
            <a:avLst/>
          </a:prstGeom>
          <a:noFill/>
        </p:spPr>
        <p:txBody>
          <a:bodyPr wrap="square" rtlCol="0">
            <a:spAutoFit/>
          </a:bodyPr>
          <a:lstStyle/>
          <a:p>
            <a:pPr algn="ctr"/>
            <a:endParaRPr lang="en-US" sz="3600" b="1" dirty="0"/>
          </a:p>
          <a:p>
            <a:pPr algn="ctr"/>
            <a:endParaRPr lang="en-US" sz="3600" b="1" dirty="0"/>
          </a:p>
          <a:p>
            <a:pPr algn="ctr"/>
            <a:endParaRPr lang="en-US" sz="3600" b="1" dirty="0"/>
          </a:p>
          <a:p>
            <a:pPr algn="ctr"/>
            <a:r>
              <a:rPr lang="en-US" sz="3600" b="1" dirty="0">
                <a:latin typeface="Times New Roman" panose="02020603050405020304" pitchFamily="18" charset="0"/>
                <a:cs typeface="Times New Roman" panose="02020603050405020304" pitchFamily="18" charset="0"/>
              </a:rPr>
              <a:t>Connecting Excel to Power BI </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Quick Start Guide</a:t>
            </a:r>
            <a:endParaRPr lang="en-US" sz="2400" b="1"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a:p>
            <a:pPr algn="ctr"/>
            <a:endParaRPr lang="en-US" sz="1600" b="1" dirty="0">
              <a:latin typeface="Times New Roman" panose="02020603050405020304" pitchFamily="18" charset="0"/>
              <a:cs typeface="Times New Roman" panose="02020603050405020304" pitchFamily="18" charset="0"/>
            </a:endParaRPr>
          </a:p>
          <a:p>
            <a:br>
              <a:rPr lang="en-US" b="0" dirty="0">
                <a:effectLst/>
                <a:latin typeface="Consolas" panose="020B0609020204030204" pitchFamily="49" charset="0"/>
              </a:rPr>
            </a:br>
            <a:endParaRPr lang="en-US" dirty="0"/>
          </a:p>
        </p:txBody>
      </p:sp>
    </p:spTree>
    <p:extLst>
      <p:ext uri="{BB962C8B-B14F-4D97-AF65-F5344CB8AC3E}">
        <p14:creationId xmlns:p14="http://schemas.microsoft.com/office/powerpoint/2010/main" val="893175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E0FD7-3A4C-EEF4-633A-197D9F470E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140CD52-2917-7C8E-B801-71B7F56CC2CF}"/>
              </a:ext>
            </a:extLst>
          </p:cNvPr>
          <p:cNvSpPr txBox="1"/>
          <p:nvPr/>
        </p:nvSpPr>
        <p:spPr>
          <a:xfrm>
            <a:off x="754673" y="614087"/>
            <a:ext cx="10682654" cy="6555641"/>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Overview: How to use the Excel PBI Matrix w/ Power BI</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Overview</a:t>
            </a:r>
          </a:p>
          <a:p>
            <a:pPr lvl="1">
              <a:lnSpc>
                <a:spcPct val="150000"/>
              </a:lnSpc>
              <a:buFont typeface="Arial" panose="020B0604020202020204" pitchFamily="34" charset="0"/>
              <a:buChar char="•"/>
            </a:pPr>
            <a:r>
              <a:rPr lang="en-US" b="1" u="sng" dirty="0">
                <a:latin typeface="Times New Roman" panose="02020603050405020304" pitchFamily="18" charset="0"/>
                <a:cs typeface="Times New Roman" panose="02020603050405020304" pitchFamily="18" charset="0"/>
              </a:rPr>
              <a:t>The excel spreadsheet tab must not be renamed</a:t>
            </a:r>
            <a:r>
              <a:rPr lang="en-US" dirty="0">
                <a:latin typeface="Times New Roman" panose="02020603050405020304" pitchFamily="18" charset="0"/>
                <a:cs typeface="Times New Roman" panose="02020603050405020304" pitchFamily="18" charset="0"/>
              </a:rPr>
              <a:t>, this will break the Power BI file. You can rename the entire excel workbook without causing issues. Ex. “Scoping Matrix” to “New Project Name”.</a:t>
            </a:r>
          </a:p>
          <a:p>
            <a:pPr lvl="1">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PBI Matrix spreadsheet includes generic examples of modules available in an ERP and their functions.</a:t>
            </a:r>
          </a:p>
          <a:p>
            <a:pPr lvl="1">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PBI Matrix can have different matrix loaded into the Process, Details, Comments and change the Criteria naming/scoring to percentages to work with MSP Requirements, IT Assessment etc. </a:t>
            </a:r>
          </a:p>
          <a:p>
            <a:pPr lvl="1">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Power BI file (Scoping </a:t>
            </a:r>
            <a:r>
              <a:rPr lang="en-US" dirty="0" err="1">
                <a:latin typeface="Times New Roman" panose="02020603050405020304" pitchFamily="18" charset="0"/>
                <a:cs typeface="Times New Roman" panose="02020603050405020304" pitchFamily="18" charset="0"/>
              </a:rPr>
              <a:t>Matrix.pbix</a:t>
            </a:r>
            <a:r>
              <a:rPr lang="en-US" dirty="0">
                <a:latin typeface="Times New Roman" panose="02020603050405020304" pitchFamily="18" charset="0"/>
                <a:cs typeface="Times New Roman" panose="02020603050405020304" pitchFamily="18" charset="0"/>
              </a:rPr>
              <a:t>) can be renamed without causing issues to the linking to excel document.</a:t>
            </a:r>
          </a:p>
          <a:p>
            <a:pPr lvl="1">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Leadership must determine the weighting of answers and how many weighted categories should be assessed.</a:t>
            </a:r>
          </a:p>
          <a:p>
            <a:pPr lvl="1">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RACI matrix assigns team members to sections to complete open items.</a:t>
            </a:r>
          </a:p>
          <a:p>
            <a:pPr lvl="1">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matrix may not be fully utilized due to cost or constraints; each solution must be tailored for the project.</a:t>
            </a:r>
          </a:p>
          <a:p>
            <a:pPr lvl="1">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If sending to a vendor, they must complete their section, explaining how their software meets the defined tasks prior to interviews.</a:t>
            </a:r>
          </a:p>
          <a:p>
            <a:br>
              <a:rPr lang="en-US" b="0" dirty="0">
                <a:effectLst/>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22E4E846-0899-C02A-6E1F-02B858C7E2EF}"/>
              </a:ext>
            </a:extLst>
          </p:cNvPr>
          <p:cNvSpPr>
            <a:spLocks noGrp="1"/>
          </p:cNvSpPr>
          <p:nvPr>
            <p:ph type="sldNum" sz="quarter" idx="12"/>
          </p:nvPr>
        </p:nvSpPr>
        <p:spPr/>
        <p:txBody>
          <a:bodyPr/>
          <a:lstStyle/>
          <a:p>
            <a:fld id="{2CABD67E-E1C0-4388-A97C-FA10073BB0CC}" type="slidenum">
              <a:rPr lang="en-US" smtClean="0"/>
              <a:t>2</a:t>
            </a:fld>
            <a:endParaRPr lang="en-US"/>
          </a:p>
        </p:txBody>
      </p:sp>
    </p:spTree>
    <p:extLst>
      <p:ext uri="{BB962C8B-B14F-4D97-AF65-F5344CB8AC3E}">
        <p14:creationId xmlns:p14="http://schemas.microsoft.com/office/powerpoint/2010/main" val="2790450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3030A-287D-F423-7778-A122E46987C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ECB7604-67BE-14CA-0E64-0BB6EF580D6E}"/>
              </a:ext>
            </a:extLst>
          </p:cNvPr>
          <p:cNvSpPr txBox="1"/>
          <p:nvPr/>
        </p:nvSpPr>
        <p:spPr>
          <a:xfrm>
            <a:off x="518746" y="377902"/>
            <a:ext cx="10682654" cy="4862870"/>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Setting up a new Project </a:t>
            </a:r>
          </a:p>
          <a:p>
            <a:endParaRPr lang="en-US"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When starting a new project, copy the entire PMO folder. Then, rename the Power BI file titled “0.4 PMO” to match the new project name. If you update the name of “0.1 PMO” Excel file you will have to update additional fields in Power Query.</a:t>
            </a:r>
          </a:p>
          <a:p>
            <a:endParaRPr lang="en-US" sz="1600" dirty="0">
              <a:latin typeface="Times New Roman" panose="02020603050405020304" pitchFamily="18" charset="0"/>
              <a:cs typeface="Times New Roman" panose="02020603050405020304" pitchFamily="18" charset="0"/>
            </a:endParaRPr>
          </a:p>
          <a:p>
            <a:r>
              <a:rPr lang="en-US" sz="1600" i="1" dirty="0">
                <a:latin typeface="Times New Roman" panose="02020603050405020304" pitchFamily="18" charset="0"/>
                <a:cs typeface="Times New Roman" panose="02020603050405020304" pitchFamily="18" charset="0"/>
              </a:rPr>
              <a:t>Please note: </a:t>
            </a:r>
            <a:r>
              <a:rPr lang="en-US" sz="1600" dirty="0">
                <a:latin typeface="Times New Roman" panose="02020603050405020304" pitchFamily="18" charset="0"/>
                <a:cs typeface="Times New Roman" panose="02020603050405020304" pitchFamily="18" charset="0"/>
              </a:rPr>
              <a:t>The Power BI file within the copied PMO folder will still be linked to the original Excel file from the originally copied folder. This behavior is expected. To correct it, open Power Query in Power BI and update the data source to point </a:t>
            </a:r>
            <a:r>
              <a:rPr lang="en-US" sz="1600">
                <a:latin typeface="Times New Roman" panose="02020603050405020304" pitchFamily="18" charset="0"/>
                <a:cs typeface="Times New Roman" panose="02020603050405020304" pitchFamily="18" charset="0"/>
              </a:rPr>
              <a:t>to the  </a:t>
            </a:r>
            <a:r>
              <a:rPr lang="en-US" sz="1600" dirty="0">
                <a:latin typeface="Times New Roman" panose="02020603050405020304" pitchFamily="18" charset="0"/>
                <a:cs typeface="Times New Roman" panose="02020603050405020304" pitchFamily="18" charset="0"/>
              </a:rPr>
              <a:t>Excel file in the new project folder.</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The PMO PBI Matrix spreadsheet serves as a data source, with the Index and Rank1 columns starting at column BI. If columns are added or removed in the RACI or Vendor sections, ensure that any extra columns are deleted so the Index column remains in BK. Failure to do so may result in connection issues when linking the spreadsheet to Power BI.</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br>
              <a:rPr lang="en-US" b="0" dirty="0">
                <a:effectLst/>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FD283BD9-1E00-52C7-9347-CBA5932ED74B}"/>
              </a:ext>
            </a:extLst>
          </p:cNvPr>
          <p:cNvSpPr>
            <a:spLocks noGrp="1"/>
          </p:cNvSpPr>
          <p:nvPr>
            <p:ph type="sldNum" sz="quarter" idx="12"/>
          </p:nvPr>
        </p:nvSpPr>
        <p:spPr/>
        <p:txBody>
          <a:bodyPr/>
          <a:lstStyle/>
          <a:p>
            <a:fld id="{2CABD67E-E1C0-4388-A97C-FA10073BB0CC}" type="slidenum">
              <a:rPr lang="en-US" smtClean="0"/>
              <a:t>3</a:t>
            </a:fld>
            <a:endParaRPr lang="en-US"/>
          </a:p>
        </p:txBody>
      </p:sp>
      <p:pic>
        <p:nvPicPr>
          <p:cNvPr id="4" name="Picture 3">
            <a:extLst>
              <a:ext uri="{FF2B5EF4-FFF2-40B4-BE49-F238E27FC236}">
                <a16:creationId xmlns:a16="http://schemas.microsoft.com/office/drawing/2014/main" id="{57FC1AD7-2801-CC5F-4FD0-C9666F9529A3}"/>
              </a:ext>
            </a:extLst>
          </p:cNvPr>
          <p:cNvPicPr>
            <a:picLocks noChangeAspect="1"/>
          </p:cNvPicPr>
          <p:nvPr/>
        </p:nvPicPr>
        <p:blipFill>
          <a:blip r:embed="rId2"/>
          <a:stretch>
            <a:fillRect/>
          </a:stretch>
        </p:blipFill>
        <p:spPr>
          <a:xfrm>
            <a:off x="2301399" y="3633536"/>
            <a:ext cx="7117347" cy="2975811"/>
          </a:xfrm>
          <a:prstGeom prst="rect">
            <a:avLst/>
          </a:prstGeom>
          <a:ln w="28575">
            <a:solidFill>
              <a:schemeClr val="tx1"/>
            </a:solidFill>
          </a:ln>
        </p:spPr>
      </p:pic>
    </p:spTree>
    <p:extLst>
      <p:ext uri="{BB962C8B-B14F-4D97-AF65-F5344CB8AC3E}">
        <p14:creationId xmlns:p14="http://schemas.microsoft.com/office/powerpoint/2010/main" val="273251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3AF93-EFA3-A907-1147-60530CF4008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C8774E4-A51D-2AE0-E477-6299CC585C6A}"/>
              </a:ext>
            </a:extLst>
          </p:cNvPr>
          <p:cNvSpPr txBox="1"/>
          <p:nvPr/>
        </p:nvSpPr>
        <p:spPr>
          <a:xfrm>
            <a:off x="518745" y="377902"/>
            <a:ext cx="10839065" cy="4062651"/>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Reconnecting Power BI file to new renamed Excel</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Step 1: </a:t>
            </a:r>
            <a:r>
              <a:rPr lang="en-US" sz="1600" dirty="0">
                <a:latin typeface="Times New Roman" panose="02020603050405020304" pitchFamily="18" charset="0"/>
                <a:cs typeface="Times New Roman" panose="02020603050405020304" pitchFamily="18" charset="0"/>
              </a:rPr>
              <a:t>Open Power BI in the recently copied folder and go to </a:t>
            </a:r>
            <a:r>
              <a:rPr lang="en-US" sz="1600" dirty="0" err="1">
                <a:latin typeface="Times New Roman" panose="02020603050405020304" pitchFamily="18" charset="0"/>
                <a:cs typeface="Times New Roman" panose="02020603050405020304" pitchFamily="18" charset="0"/>
              </a:rPr>
              <a:t>Tranform</a:t>
            </a:r>
            <a:r>
              <a:rPr lang="en-US" sz="1600" dirty="0">
                <a:latin typeface="Times New Roman" panose="02020603050405020304" pitchFamily="18" charset="0"/>
                <a:cs typeface="Times New Roman" panose="02020603050405020304" pitchFamily="18" charset="0"/>
              </a:rPr>
              <a:t> Data, Power Query (PQ)  </a:t>
            </a:r>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Step 2: </a:t>
            </a:r>
            <a:r>
              <a:rPr lang="en-US" sz="1600" dirty="0"/>
              <a:t>In Power Query, go to the Applied Steps pane and click the gear icon next to Source. Then, navigate to the newly copied project folder and select the renamed Excel file. If Power BI is unable to access the original file, it will display an error message, as shown in the example. Error message will clear when connected to the new excel file.</a:t>
            </a:r>
          </a:p>
          <a:p>
            <a:endParaRPr lang="en-US" sz="1600" b="1" dirty="0">
              <a:latin typeface="Times New Roman" panose="02020603050405020304" pitchFamily="18" charset="0"/>
              <a:cs typeface="Times New Roman" panose="02020603050405020304" pitchFamily="18" charset="0"/>
            </a:endParaRPr>
          </a:p>
          <a:p>
            <a:br>
              <a:rPr lang="en-US" b="0" dirty="0">
                <a:effectLst/>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B56E891-FA4F-6712-FE62-B33EE2449412}"/>
              </a:ext>
            </a:extLst>
          </p:cNvPr>
          <p:cNvPicPr>
            <a:picLocks noChangeAspect="1"/>
          </p:cNvPicPr>
          <p:nvPr/>
        </p:nvPicPr>
        <p:blipFill>
          <a:blip r:embed="rId2"/>
          <a:stretch>
            <a:fillRect/>
          </a:stretch>
        </p:blipFill>
        <p:spPr>
          <a:xfrm>
            <a:off x="834190" y="1500689"/>
            <a:ext cx="2855494" cy="1170322"/>
          </a:xfrm>
          <a:prstGeom prst="rect">
            <a:avLst/>
          </a:prstGeom>
          <a:ln w="28575">
            <a:solidFill>
              <a:schemeClr val="tx1"/>
            </a:solidFill>
          </a:ln>
        </p:spPr>
      </p:pic>
      <p:pic>
        <p:nvPicPr>
          <p:cNvPr id="9" name="Picture 8">
            <a:extLst>
              <a:ext uri="{FF2B5EF4-FFF2-40B4-BE49-F238E27FC236}">
                <a16:creationId xmlns:a16="http://schemas.microsoft.com/office/drawing/2014/main" id="{0524F566-190B-3789-5636-73ABA16BD457}"/>
              </a:ext>
            </a:extLst>
          </p:cNvPr>
          <p:cNvPicPr>
            <a:picLocks noChangeAspect="1"/>
          </p:cNvPicPr>
          <p:nvPr/>
        </p:nvPicPr>
        <p:blipFill>
          <a:blip r:embed="rId3"/>
          <a:stretch>
            <a:fillRect/>
          </a:stretch>
        </p:blipFill>
        <p:spPr>
          <a:xfrm>
            <a:off x="2261937" y="3681663"/>
            <a:ext cx="7483643" cy="2878645"/>
          </a:xfrm>
          <a:prstGeom prst="rect">
            <a:avLst/>
          </a:prstGeom>
          <a:ln w="28575">
            <a:solidFill>
              <a:schemeClr val="tx1"/>
            </a:solidFill>
          </a:ln>
        </p:spPr>
      </p:pic>
      <p:sp>
        <p:nvSpPr>
          <p:cNvPr id="11" name="Slide Number Placeholder 10">
            <a:extLst>
              <a:ext uri="{FF2B5EF4-FFF2-40B4-BE49-F238E27FC236}">
                <a16:creationId xmlns:a16="http://schemas.microsoft.com/office/drawing/2014/main" id="{C9C45723-0A7E-FFA0-B1B4-F8A64048B8A0}"/>
              </a:ext>
            </a:extLst>
          </p:cNvPr>
          <p:cNvSpPr>
            <a:spLocks noGrp="1"/>
          </p:cNvSpPr>
          <p:nvPr>
            <p:ph type="sldNum" sz="quarter" idx="12"/>
          </p:nvPr>
        </p:nvSpPr>
        <p:spPr/>
        <p:txBody>
          <a:bodyPr/>
          <a:lstStyle/>
          <a:p>
            <a:fld id="{2CABD67E-E1C0-4388-A97C-FA10073BB0CC}" type="slidenum">
              <a:rPr lang="en-US" smtClean="0"/>
              <a:t>4</a:t>
            </a:fld>
            <a:endParaRPr lang="en-US"/>
          </a:p>
        </p:txBody>
      </p:sp>
    </p:spTree>
    <p:extLst>
      <p:ext uri="{BB962C8B-B14F-4D97-AF65-F5344CB8AC3E}">
        <p14:creationId xmlns:p14="http://schemas.microsoft.com/office/powerpoint/2010/main" val="2630524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15EAA-2188-4F1C-C614-9F99CB2DA2A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367E1C0-F6E6-865A-1FA8-170E71FB2C0A}"/>
              </a:ext>
            </a:extLst>
          </p:cNvPr>
          <p:cNvSpPr txBox="1"/>
          <p:nvPr/>
        </p:nvSpPr>
        <p:spPr>
          <a:xfrm>
            <a:off x="518745" y="377902"/>
            <a:ext cx="11167929" cy="4185761"/>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Updating Row Headers in Excel and Power BI</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Step 1: </a:t>
            </a:r>
            <a:r>
              <a:rPr lang="en-US" sz="1600" dirty="0">
                <a:latin typeface="Times New Roman" panose="02020603050405020304" pitchFamily="18" charset="0"/>
                <a:cs typeface="Times New Roman" panose="02020603050405020304" pitchFamily="18" charset="0"/>
              </a:rPr>
              <a:t>Do not delete or modify </a:t>
            </a:r>
            <a:r>
              <a:rPr lang="en-US" sz="1600" u="sng" dirty="0">
                <a:latin typeface="Times New Roman" panose="02020603050405020304" pitchFamily="18" charset="0"/>
                <a:cs typeface="Times New Roman" panose="02020603050405020304" pitchFamily="18" charset="0"/>
              </a:rPr>
              <a:t>rows</a:t>
            </a:r>
            <a:r>
              <a:rPr lang="en-US" sz="1600" dirty="0">
                <a:latin typeface="Times New Roman" panose="02020603050405020304" pitchFamily="18" charset="0"/>
                <a:cs typeface="Times New Roman" panose="02020603050405020304" pitchFamily="18" charset="0"/>
              </a:rPr>
              <a:t> 1–11 in the PBI Matrix. Row 11 contains the column headers used by Power BI. If you rename any values in row 11, you must also update the corresponding column references in Power BI.</a:t>
            </a: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Step 2: </a:t>
            </a:r>
            <a:r>
              <a:rPr lang="en-US" sz="1600" dirty="0">
                <a:latin typeface="Times New Roman" panose="02020603050405020304" pitchFamily="18" charset="0"/>
                <a:cs typeface="Times New Roman" panose="02020603050405020304" pitchFamily="18" charset="0"/>
              </a:rPr>
              <a:t>In Power Query, go to the Applied Steps pane and click the gear icon next to "Header info". Then, expand the Formula Bar to view the step details.</a:t>
            </a:r>
          </a:p>
          <a:p>
            <a:r>
              <a:rPr lang="en-US" sz="1600" dirty="0">
                <a:latin typeface="Times New Roman" panose="02020603050405020304" pitchFamily="18" charset="0"/>
                <a:cs typeface="Times New Roman" panose="02020603050405020304" pitchFamily="18" charset="0"/>
              </a:rPr>
              <a:t>If you've renamed or inserted a column in Excel, locate the corresponding column name in the formula and update it to match the Excel file. If a new column was inserted, be sure to add it in the correct position within the list to maintain the expected column order.</a:t>
            </a:r>
          </a:p>
          <a:p>
            <a:r>
              <a:rPr lang="en-US" sz="1600" dirty="0">
                <a:latin typeface="Times New Roman" panose="02020603050405020304" pitchFamily="18" charset="0"/>
                <a:cs typeface="Times New Roman" panose="02020603050405020304" pitchFamily="18" charset="0"/>
              </a:rPr>
              <a:t>Once the column names and order match the Excel file, Power BI will be able to refresh and load the data correctly.</a:t>
            </a:r>
          </a:p>
          <a:p>
            <a:endParaRPr lang="en-US" b="1" dirty="0">
              <a:latin typeface="Times New Roman" panose="02020603050405020304" pitchFamily="18" charset="0"/>
              <a:cs typeface="Times New Roman" panose="02020603050405020304" pitchFamily="18" charset="0"/>
            </a:endParaRPr>
          </a:p>
          <a:p>
            <a:br>
              <a:rPr lang="en-US" b="0" dirty="0">
                <a:effectLst/>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2739AAD-53FE-4918-9B13-4C8DC9F4D274}"/>
              </a:ext>
            </a:extLst>
          </p:cNvPr>
          <p:cNvPicPr>
            <a:picLocks noChangeAspect="1"/>
          </p:cNvPicPr>
          <p:nvPr/>
        </p:nvPicPr>
        <p:blipFill>
          <a:blip r:embed="rId2"/>
          <a:stretch>
            <a:fillRect/>
          </a:stretch>
        </p:blipFill>
        <p:spPr>
          <a:xfrm>
            <a:off x="681790" y="1748089"/>
            <a:ext cx="4965031" cy="473743"/>
          </a:xfrm>
          <a:prstGeom prst="rect">
            <a:avLst/>
          </a:prstGeom>
          <a:ln w="28575">
            <a:solidFill>
              <a:schemeClr val="tx1"/>
            </a:solidFill>
          </a:ln>
        </p:spPr>
      </p:pic>
      <p:pic>
        <p:nvPicPr>
          <p:cNvPr id="7" name="Picture 6">
            <a:extLst>
              <a:ext uri="{FF2B5EF4-FFF2-40B4-BE49-F238E27FC236}">
                <a16:creationId xmlns:a16="http://schemas.microsoft.com/office/drawing/2014/main" id="{67DB83F2-53E7-3953-04A0-BF045968F577}"/>
              </a:ext>
            </a:extLst>
          </p:cNvPr>
          <p:cNvPicPr>
            <a:picLocks noChangeAspect="1"/>
          </p:cNvPicPr>
          <p:nvPr/>
        </p:nvPicPr>
        <p:blipFill>
          <a:blip r:embed="rId3"/>
          <a:stretch>
            <a:fillRect/>
          </a:stretch>
        </p:blipFill>
        <p:spPr>
          <a:xfrm>
            <a:off x="1776010" y="3830287"/>
            <a:ext cx="8324533" cy="2746976"/>
          </a:xfrm>
          <a:prstGeom prst="rect">
            <a:avLst/>
          </a:prstGeom>
          <a:ln w="28575">
            <a:solidFill>
              <a:schemeClr val="tx1"/>
            </a:solidFill>
          </a:ln>
        </p:spPr>
      </p:pic>
      <p:sp>
        <p:nvSpPr>
          <p:cNvPr id="10" name="Slide Number Placeholder 9">
            <a:extLst>
              <a:ext uri="{FF2B5EF4-FFF2-40B4-BE49-F238E27FC236}">
                <a16:creationId xmlns:a16="http://schemas.microsoft.com/office/drawing/2014/main" id="{A4D65F3D-8EDD-6BC8-585E-9753D07456D5}"/>
              </a:ext>
            </a:extLst>
          </p:cNvPr>
          <p:cNvSpPr>
            <a:spLocks noGrp="1"/>
          </p:cNvSpPr>
          <p:nvPr>
            <p:ph type="sldNum" sz="quarter" idx="12"/>
          </p:nvPr>
        </p:nvSpPr>
        <p:spPr/>
        <p:txBody>
          <a:bodyPr/>
          <a:lstStyle/>
          <a:p>
            <a:fld id="{2CABD67E-E1C0-4388-A97C-FA10073BB0CC}" type="slidenum">
              <a:rPr lang="en-US" smtClean="0"/>
              <a:t>5</a:t>
            </a:fld>
            <a:endParaRPr lang="en-US"/>
          </a:p>
        </p:txBody>
      </p:sp>
    </p:spTree>
    <p:extLst>
      <p:ext uri="{BB962C8B-B14F-4D97-AF65-F5344CB8AC3E}">
        <p14:creationId xmlns:p14="http://schemas.microsoft.com/office/powerpoint/2010/main" val="1162846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4A9F48-C573-1B47-ED53-78DAB1FA85CE}"/>
              </a:ext>
            </a:extLst>
          </p:cNvPr>
          <p:cNvSpPr txBox="1"/>
          <p:nvPr/>
        </p:nvSpPr>
        <p:spPr>
          <a:xfrm>
            <a:off x="295072" y="219640"/>
            <a:ext cx="10555706" cy="6924973"/>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PMO PBI </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Software Assessment spreadsheet is the data source for Power BI and has an index in L and a unique identifier in AL to assist with the calculations in PBI.</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Power BI is summarizing each Departments software score – the software assessment slide is the summary of total score of each department. Individual departments are showing their can, current and blended total scoring.</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In PBI:</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80% Target column is added in model</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60% Minimum column is added in model</a:t>
            </a:r>
          </a:p>
          <a:p>
            <a:pPr marL="171450" indent="-171450">
              <a:buFont typeface="Arial" panose="020B0604020202020204" pitchFamily="34" charset="0"/>
              <a:buChar char="•"/>
            </a:pPr>
            <a:r>
              <a:rPr lang="en-US" sz="1200" dirty="0" err="1">
                <a:latin typeface="Times New Roman" panose="02020603050405020304" pitchFamily="18" charset="0"/>
                <a:cs typeface="Times New Roman" panose="02020603050405020304" pitchFamily="18" charset="0"/>
              </a:rPr>
              <a:t>RankNumeric</a:t>
            </a:r>
            <a:r>
              <a:rPr lang="en-US" sz="1200" dirty="0">
                <a:latin typeface="Times New Roman" panose="02020603050405020304" pitchFamily="18" charset="0"/>
                <a:cs typeface="Times New Roman" panose="02020603050405020304" pitchFamily="18" charset="0"/>
              </a:rPr>
              <a:t>: </a:t>
            </a:r>
          </a:p>
          <a:p>
            <a:pPr marL="628650" lvl="1" indent="-171450">
              <a:buFont typeface="Arial" panose="020B0604020202020204" pitchFamily="34" charset="0"/>
              <a:buChar char="•"/>
            </a:pPr>
            <a:r>
              <a:rPr lang="en-US" sz="1000" b="0" dirty="0" err="1">
                <a:effectLst/>
                <a:latin typeface="Times New Roman" panose="02020603050405020304" pitchFamily="18" charset="0"/>
                <a:cs typeface="Times New Roman" panose="02020603050405020304" pitchFamily="18" charset="0"/>
              </a:rPr>
              <a:t>RankNumeric</a:t>
            </a:r>
            <a:r>
              <a:rPr lang="en-US" sz="1000" b="0" dirty="0">
                <a:effectLst/>
                <a:latin typeface="Times New Roman" panose="02020603050405020304" pitchFamily="18" charset="0"/>
                <a:cs typeface="Times New Roman" panose="02020603050405020304" pitchFamily="18" charset="0"/>
              </a:rPr>
              <a:t> = </a:t>
            </a:r>
          </a:p>
          <a:p>
            <a:pPr marL="628650" lvl="1" indent="-171450">
              <a:buFont typeface="Arial" panose="020B0604020202020204" pitchFamily="34" charset="0"/>
              <a:buChar char="•"/>
            </a:pPr>
            <a:r>
              <a:rPr lang="en-US" sz="1000" b="0" dirty="0">
                <a:effectLst/>
                <a:latin typeface="Times New Roman" panose="02020603050405020304" pitchFamily="18" charset="0"/>
                <a:cs typeface="Times New Roman" panose="02020603050405020304" pitchFamily="18" charset="0"/>
              </a:rPr>
              <a:t>VAR </a:t>
            </a:r>
            <a:r>
              <a:rPr lang="en-US" sz="1000" b="0" dirty="0" err="1">
                <a:effectLst/>
                <a:latin typeface="Times New Roman" panose="02020603050405020304" pitchFamily="18" charset="0"/>
                <a:cs typeface="Times New Roman" panose="02020603050405020304" pitchFamily="18" charset="0"/>
              </a:rPr>
              <a:t>SpacePos</a:t>
            </a:r>
            <a:r>
              <a:rPr lang="en-US" sz="1000" b="0" dirty="0">
                <a:effectLst/>
                <a:latin typeface="Times New Roman" panose="02020603050405020304" pitchFamily="18" charset="0"/>
                <a:cs typeface="Times New Roman" panose="02020603050405020304" pitchFamily="18" charset="0"/>
              </a:rPr>
              <a:t> = FIND(" ", [Rank1] &amp; " ", 1)</a:t>
            </a:r>
          </a:p>
          <a:p>
            <a:pPr marL="628650" lvl="1" indent="-171450">
              <a:buFont typeface="Arial" panose="020B0604020202020204" pitchFamily="34" charset="0"/>
              <a:buChar char="•"/>
            </a:pPr>
            <a:r>
              <a:rPr lang="en-US" sz="1000" b="0" dirty="0">
                <a:effectLst/>
                <a:latin typeface="Times New Roman" panose="02020603050405020304" pitchFamily="18" charset="0"/>
                <a:cs typeface="Times New Roman" panose="02020603050405020304" pitchFamily="18" charset="0"/>
              </a:rPr>
              <a:t>RETURN IF(</a:t>
            </a:r>
          </a:p>
          <a:p>
            <a:pPr marL="628650" lvl="1" indent="-171450">
              <a:buFont typeface="Arial" panose="020B0604020202020204" pitchFamily="34" charset="0"/>
              <a:buChar char="•"/>
            </a:pPr>
            <a:r>
              <a:rPr lang="en-US" sz="1000" b="0" dirty="0">
                <a:effectLst/>
                <a:latin typeface="Times New Roman" panose="02020603050405020304" pitchFamily="18" charset="0"/>
                <a:cs typeface="Times New Roman" panose="02020603050405020304" pitchFamily="18" charset="0"/>
              </a:rPr>
              <a:t>    ISERROR(</a:t>
            </a:r>
            <a:r>
              <a:rPr lang="en-US" sz="1000" b="0" dirty="0" err="1">
                <a:effectLst/>
                <a:latin typeface="Times New Roman" panose="02020603050405020304" pitchFamily="18" charset="0"/>
                <a:cs typeface="Times New Roman" panose="02020603050405020304" pitchFamily="18" charset="0"/>
              </a:rPr>
              <a:t>SpacePos</a:t>
            </a:r>
            <a:r>
              <a:rPr lang="en-US" sz="1000" b="0" dirty="0">
                <a:effectLst/>
                <a:latin typeface="Times New Roman" panose="02020603050405020304" pitchFamily="18" charset="0"/>
                <a:cs typeface="Times New Roman" panose="02020603050405020304" pitchFamily="18" charset="0"/>
              </a:rPr>
              <a:t>),</a:t>
            </a:r>
          </a:p>
          <a:p>
            <a:pPr marL="628650" lvl="1" indent="-171450">
              <a:buFont typeface="Arial" panose="020B0604020202020204" pitchFamily="34" charset="0"/>
              <a:buChar char="•"/>
            </a:pPr>
            <a:r>
              <a:rPr lang="en-US" sz="1000" b="0" dirty="0">
                <a:effectLst/>
                <a:latin typeface="Times New Roman" panose="02020603050405020304" pitchFamily="18" charset="0"/>
                <a:cs typeface="Times New Roman" panose="02020603050405020304" pitchFamily="18" charset="0"/>
              </a:rPr>
              <a:t>    VALUE([Rank1]),  // If no space in Rank1, use it as is</a:t>
            </a:r>
          </a:p>
          <a:p>
            <a:pPr marL="628650" lvl="1" indent="-171450">
              <a:buFont typeface="Arial" panose="020B0604020202020204" pitchFamily="34" charset="0"/>
              <a:buChar char="•"/>
            </a:pPr>
            <a:r>
              <a:rPr lang="en-US" sz="1000" b="0" dirty="0">
                <a:effectLst/>
                <a:latin typeface="Times New Roman" panose="02020603050405020304" pitchFamily="18" charset="0"/>
                <a:cs typeface="Times New Roman" panose="02020603050405020304" pitchFamily="18" charset="0"/>
              </a:rPr>
              <a:t>    VALUE(LEFT([Rank1], </a:t>
            </a:r>
            <a:r>
              <a:rPr lang="en-US" sz="1000" b="0" dirty="0" err="1">
                <a:effectLst/>
                <a:latin typeface="Times New Roman" panose="02020603050405020304" pitchFamily="18" charset="0"/>
                <a:cs typeface="Times New Roman" panose="02020603050405020304" pitchFamily="18" charset="0"/>
              </a:rPr>
              <a:t>SpacePos</a:t>
            </a:r>
            <a:r>
              <a:rPr lang="en-US" sz="1000" b="0" dirty="0">
                <a:effectLst/>
                <a:latin typeface="Times New Roman" panose="02020603050405020304" pitchFamily="18" charset="0"/>
                <a:cs typeface="Times New Roman" panose="02020603050405020304" pitchFamily="18" charset="0"/>
              </a:rPr>
              <a:t> - 1))</a:t>
            </a:r>
          </a:p>
          <a:p>
            <a:pPr marL="628650" lvl="1" indent="-171450">
              <a:buFont typeface="Arial" panose="020B0604020202020204" pitchFamily="34" charset="0"/>
              <a:buChar char="•"/>
            </a:pPr>
            <a:r>
              <a:rPr lang="en-US" sz="1000" b="0" dirty="0">
                <a:effectLst/>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b="0" dirty="0">
              <a:effectLst/>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Criteria Category from PBI Matrix in Excel </a:t>
            </a:r>
          </a:p>
          <a:p>
            <a:pPr lvl="1"/>
            <a:r>
              <a:rPr lang="en-US" sz="1050" dirty="0">
                <a:latin typeface="Times New Roman" panose="02020603050405020304" pitchFamily="18" charset="0"/>
                <a:cs typeface="Times New Roman" panose="02020603050405020304" pitchFamily="18" charset="0"/>
              </a:rPr>
              <a:t>Current Functionality % =</a:t>
            </a:r>
          </a:p>
          <a:p>
            <a:pPr lvl="1"/>
            <a:r>
              <a:rPr lang="en-US" sz="1050" dirty="0">
                <a:latin typeface="Times New Roman" panose="02020603050405020304" pitchFamily="18" charset="0"/>
                <a:cs typeface="Times New Roman" panose="02020603050405020304" pitchFamily="18" charset="0"/>
              </a:rPr>
              <a:t>VAR </a:t>
            </a:r>
            <a:r>
              <a:rPr lang="en-US" sz="1050" dirty="0" err="1">
                <a:latin typeface="Times New Roman" panose="02020603050405020304" pitchFamily="18" charset="0"/>
                <a:cs typeface="Times New Roman" panose="02020603050405020304" pitchFamily="18" charset="0"/>
              </a:rPr>
              <a:t>rawValue</a:t>
            </a:r>
            <a:r>
              <a:rPr lang="en-US" sz="1050" dirty="0">
                <a:latin typeface="Times New Roman" panose="02020603050405020304" pitchFamily="18" charset="0"/>
                <a:cs typeface="Times New Roman" panose="02020603050405020304" pitchFamily="18" charset="0"/>
              </a:rPr>
              <a:t> = 'PBI Matrix'[Current Functionality]</a:t>
            </a:r>
          </a:p>
          <a:p>
            <a:pPr lvl="1"/>
            <a:r>
              <a:rPr lang="en-US" sz="1050" dirty="0">
                <a:latin typeface="Times New Roman" panose="02020603050405020304" pitchFamily="18" charset="0"/>
                <a:cs typeface="Times New Roman" panose="02020603050405020304" pitchFamily="18" charset="0"/>
              </a:rPr>
              <a:t>RETURN</a:t>
            </a:r>
          </a:p>
          <a:p>
            <a:pPr lvl="1"/>
            <a:r>
              <a:rPr lang="en-US" sz="1050" dirty="0">
                <a:latin typeface="Times New Roman" panose="02020603050405020304" pitchFamily="18" charset="0"/>
                <a:cs typeface="Times New Roman" panose="02020603050405020304" pitchFamily="18" charset="0"/>
              </a:rPr>
              <a:t>DIVIDE(</a:t>
            </a:r>
            <a:r>
              <a:rPr lang="en-US" sz="1050" dirty="0" err="1">
                <a:latin typeface="Times New Roman" panose="02020603050405020304" pitchFamily="18" charset="0"/>
                <a:cs typeface="Times New Roman" panose="02020603050405020304" pitchFamily="18" charset="0"/>
              </a:rPr>
              <a:t>rawValue</a:t>
            </a:r>
            <a:r>
              <a:rPr lang="en-US" sz="1050" dirty="0">
                <a:latin typeface="Times New Roman" panose="02020603050405020304" pitchFamily="18" charset="0"/>
                <a:cs typeface="Times New Roman" panose="02020603050405020304" pitchFamily="18" charset="0"/>
              </a:rPr>
              <a:t>, 5, BLANK())</a:t>
            </a:r>
          </a:p>
          <a:p>
            <a:pPr lvl="2"/>
            <a:endParaRPr lang="en-US" sz="1050" b="0" dirty="0">
              <a:effectLst/>
              <a:latin typeface="Times New Roman" panose="02020603050405020304" pitchFamily="18" charset="0"/>
              <a:cs typeface="Times New Roman" panose="02020603050405020304" pitchFamily="18" charset="0"/>
            </a:endParaRPr>
          </a:p>
          <a:p>
            <a:pPr lvl="2"/>
            <a:endParaRPr lang="en-US" sz="1050" dirty="0">
              <a:latin typeface="Times New Roman" panose="02020603050405020304" pitchFamily="18" charset="0"/>
              <a:cs typeface="Times New Roman" panose="02020603050405020304" pitchFamily="18" charset="0"/>
            </a:endParaRPr>
          </a:p>
          <a:p>
            <a:pPr lvl="2"/>
            <a:endParaRPr lang="en-US" sz="1050" b="0" dirty="0">
              <a:effectLst/>
              <a:latin typeface="Times New Roman" panose="02020603050405020304" pitchFamily="18" charset="0"/>
              <a:cs typeface="Times New Roman" panose="02020603050405020304" pitchFamily="18" charset="0"/>
            </a:endParaRPr>
          </a:p>
          <a:p>
            <a:pPr lvl="2"/>
            <a:endParaRPr lang="en-US" sz="1050" dirty="0">
              <a:latin typeface="Times New Roman" panose="02020603050405020304" pitchFamily="18" charset="0"/>
              <a:cs typeface="Times New Roman" panose="02020603050405020304" pitchFamily="18" charset="0"/>
            </a:endParaRPr>
          </a:p>
          <a:p>
            <a:pPr lvl="2"/>
            <a:endParaRPr lang="en-US" sz="1050" dirty="0">
              <a:latin typeface="Times New Roman" panose="02020603050405020304" pitchFamily="18" charset="0"/>
              <a:cs typeface="Times New Roman" panose="02020603050405020304" pitchFamily="18" charset="0"/>
            </a:endParaRPr>
          </a:p>
          <a:p>
            <a:pPr lvl="2"/>
            <a:endParaRPr lang="en-US" sz="1050" dirty="0">
              <a:latin typeface="Times New Roman" panose="02020603050405020304" pitchFamily="18" charset="0"/>
              <a:cs typeface="Times New Roman" panose="02020603050405020304" pitchFamily="18" charset="0"/>
            </a:endParaRPr>
          </a:p>
          <a:p>
            <a:pPr lvl="2"/>
            <a:endParaRPr lang="en-US" sz="1050" dirty="0">
              <a:latin typeface="Times New Roman" panose="02020603050405020304" pitchFamily="18" charset="0"/>
              <a:cs typeface="Times New Roman" panose="02020603050405020304" pitchFamily="18" charset="0"/>
            </a:endParaRPr>
          </a:p>
          <a:p>
            <a:pPr lvl="2"/>
            <a:endParaRPr lang="en-US" sz="1050" dirty="0">
              <a:latin typeface="Times New Roman" panose="02020603050405020304" pitchFamily="18" charset="0"/>
              <a:cs typeface="Times New Roman" panose="02020603050405020304" pitchFamily="18" charset="0"/>
            </a:endParaRPr>
          </a:p>
          <a:p>
            <a:pPr lvl="2"/>
            <a:endParaRPr lang="en-US" sz="1050" dirty="0">
              <a:latin typeface="Times New Roman" panose="02020603050405020304" pitchFamily="18" charset="0"/>
              <a:cs typeface="Times New Roman" panose="02020603050405020304" pitchFamily="18" charset="0"/>
            </a:endParaRPr>
          </a:p>
          <a:p>
            <a:pPr lvl="2"/>
            <a:endParaRPr lang="en-US" sz="1050" dirty="0">
              <a:latin typeface="Times New Roman" panose="02020603050405020304" pitchFamily="18" charset="0"/>
              <a:cs typeface="Times New Roman" panose="02020603050405020304" pitchFamily="18" charset="0"/>
            </a:endParaRPr>
          </a:p>
          <a:p>
            <a:pPr lvl="2"/>
            <a:endParaRPr lang="en-US" sz="1050" dirty="0">
              <a:latin typeface="Times New Roman" panose="02020603050405020304" pitchFamily="18" charset="0"/>
              <a:cs typeface="Times New Roman" panose="02020603050405020304" pitchFamily="18" charset="0"/>
            </a:endParaRPr>
          </a:p>
          <a:p>
            <a:pPr lvl="2"/>
            <a:endParaRPr lang="en-US" sz="1050" b="0" dirty="0">
              <a:effectLst/>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Publish the PBI file and then in power point go to insert and select PBI and find the report to insert it into the file for presentation, select live connection so the report will refresh when opening power point each time. In the tool tips you can sort by Rank, Total score etc. </a:t>
            </a:r>
          </a:p>
          <a:p>
            <a:br>
              <a:rPr lang="en-US" b="0" dirty="0">
                <a:effectLst/>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6F9ACE1-48C0-A5B1-D79B-881FBD5C1D9A}"/>
              </a:ext>
            </a:extLst>
          </p:cNvPr>
          <p:cNvPicPr>
            <a:picLocks noChangeAspect="1"/>
          </p:cNvPicPr>
          <p:nvPr/>
        </p:nvPicPr>
        <p:blipFill>
          <a:blip r:embed="rId2"/>
          <a:srcRect t="8418" r="19945" b="13553"/>
          <a:stretch>
            <a:fillRect/>
          </a:stretch>
        </p:blipFill>
        <p:spPr>
          <a:xfrm>
            <a:off x="4075507" y="1818931"/>
            <a:ext cx="7026782" cy="1524000"/>
          </a:xfrm>
          <a:prstGeom prst="rect">
            <a:avLst/>
          </a:prstGeom>
          <a:ln w="28575">
            <a:solidFill>
              <a:schemeClr val="tx1"/>
            </a:solidFill>
          </a:ln>
        </p:spPr>
      </p:pic>
      <p:pic>
        <p:nvPicPr>
          <p:cNvPr id="5" name="Picture 4">
            <a:extLst>
              <a:ext uri="{FF2B5EF4-FFF2-40B4-BE49-F238E27FC236}">
                <a16:creationId xmlns:a16="http://schemas.microsoft.com/office/drawing/2014/main" id="{0F18A1CC-008C-DD36-2073-AF88A8D78A97}"/>
              </a:ext>
            </a:extLst>
          </p:cNvPr>
          <p:cNvPicPr>
            <a:picLocks noChangeAspect="1"/>
          </p:cNvPicPr>
          <p:nvPr/>
        </p:nvPicPr>
        <p:blipFill>
          <a:blip r:embed="rId3"/>
          <a:stretch>
            <a:fillRect/>
          </a:stretch>
        </p:blipFill>
        <p:spPr>
          <a:xfrm>
            <a:off x="8202076" y="1208053"/>
            <a:ext cx="1674359" cy="3517641"/>
          </a:xfrm>
          <a:prstGeom prst="rect">
            <a:avLst/>
          </a:prstGeom>
          <a:ln w="28575">
            <a:solidFill>
              <a:schemeClr val="tx1"/>
            </a:solidFill>
          </a:ln>
        </p:spPr>
      </p:pic>
      <p:sp>
        <p:nvSpPr>
          <p:cNvPr id="6" name="Slide Number Placeholder 5">
            <a:extLst>
              <a:ext uri="{FF2B5EF4-FFF2-40B4-BE49-F238E27FC236}">
                <a16:creationId xmlns:a16="http://schemas.microsoft.com/office/drawing/2014/main" id="{03C58ECC-F499-4B91-30BC-078F12D9D691}"/>
              </a:ext>
            </a:extLst>
          </p:cNvPr>
          <p:cNvSpPr>
            <a:spLocks noGrp="1"/>
          </p:cNvSpPr>
          <p:nvPr>
            <p:ph type="sldNum" sz="quarter" idx="12"/>
          </p:nvPr>
        </p:nvSpPr>
        <p:spPr/>
        <p:txBody>
          <a:bodyPr/>
          <a:lstStyle/>
          <a:p>
            <a:fld id="{2CABD67E-E1C0-4388-A97C-FA10073BB0CC}" type="slidenum">
              <a:rPr lang="en-US" smtClean="0"/>
              <a:t>6</a:t>
            </a:fld>
            <a:endParaRPr lang="en-US"/>
          </a:p>
        </p:txBody>
      </p:sp>
      <p:pic>
        <p:nvPicPr>
          <p:cNvPr id="9" name="Picture 8">
            <a:extLst>
              <a:ext uri="{FF2B5EF4-FFF2-40B4-BE49-F238E27FC236}">
                <a16:creationId xmlns:a16="http://schemas.microsoft.com/office/drawing/2014/main" id="{F3DA8177-451C-2218-3F71-5B6410D0C646}"/>
              </a:ext>
            </a:extLst>
          </p:cNvPr>
          <p:cNvPicPr>
            <a:picLocks noChangeAspect="1"/>
          </p:cNvPicPr>
          <p:nvPr/>
        </p:nvPicPr>
        <p:blipFill>
          <a:blip r:embed="rId4"/>
          <a:stretch>
            <a:fillRect/>
          </a:stretch>
        </p:blipFill>
        <p:spPr>
          <a:xfrm>
            <a:off x="1133475" y="4351671"/>
            <a:ext cx="4962525" cy="1571625"/>
          </a:xfrm>
          <a:prstGeom prst="rect">
            <a:avLst/>
          </a:prstGeom>
          <a:ln w="28575">
            <a:solidFill>
              <a:schemeClr val="tx1"/>
            </a:solidFill>
          </a:ln>
        </p:spPr>
      </p:pic>
      <p:pic>
        <p:nvPicPr>
          <p:cNvPr id="11" name="Picture 10">
            <a:extLst>
              <a:ext uri="{FF2B5EF4-FFF2-40B4-BE49-F238E27FC236}">
                <a16:creationId xmlns:a16="http://schemas.microsoft.com/office/drawing/2014/main" id="{B7316E47-3912-E2B8-1A9C-E0061E748EF8}"/>
              </a:ext>
            </a:extLst>
          </p:cNvPr>
          <p:cNvPicPr>
            <a:picLocks noChangeAspect="1"/>
          </p:cNvPicPr>
          <p:nvPr/>
        </p:nvPicPr>
        <p:blipFill>
          <a:blip r:embed="rId5"/>
          <a:stretch>
            <a:fillRect/>
          </a:stretch>
        </p:blipFill>
        <p:spPr>
          <a:xfrm>
            <a:off x="6278981" y="4942221"/>
            <a:ext cx="5410200" cy="981075"/>
          </a:xfrm>
          <a:prstGeom prst="rect">
            <a:avLst/>
          </a:prstGeom>
          <a:ln w="28575">
            <a:solidFill>
              <a:schemeClr val="tx1"/>
            </a:solidFill>
          </a:ln>
        </p:spPr>
      </p:pic>
    </p:spTree>
    <p:extLst>
      <p:ext uri="{BB962C8B-B14F-4D97-AF65-F5344CB8AC3E}">
        <p14:creationId xmlns:p14="http://schemas.microsoft.com/office/powerpoint/2010/main" val="17344277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1275B-D734-58E6-A89F-C725F44C2AE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8DE7507-5E81-2DBD-2442-157276CAA007}"/>
              </a:ext>
            </a:extLst>
          </p:cNvPr>
          <p:cNvSpPr txBox="1"/>
          <p:nvPr/>
        </p:nvSpPr>
        <p:spPr>
          <a:xfrm>
            <a:off x="518745" y="377902"/>
            <a:ext cx="11167929" cy="4616648"/>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Examples of embedding Power BI into Power Point</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Overview: </a:t>
            </a:r>
            <a:r>
              <a:rPr lang="en-US" dirty="0">
                <a:latin typeface="Times New Roman" panose="02020603050405020304" pitchFamily="18" charset="0"/>
                <a:cs typeface="Times New Roman" panose="02020603050405020304" pitchFamily="18" charset="0"/>
              </a:rPr>
              <a:t>Embedding Power BI into PowerPoint allows you to present live, interactive data directly in your slides, keeping reports up to date without manually updating data, visuals or switching apps.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To share PowerPoint presentations with embedded Power BI reports, ensure all slides are refreshed and fully loaded, then publish the file as a PDF. Otherwise, recipients without the appropriate Power BI license in your environment will be unable to view the reports.</a:t>
            </a:r>
          </a:p>
          <a:p>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Embedding reports requires a licensed </a:t>
            </a:r>
          </a:p>
          <a:p>
            <a:r>
              <a:rPr lang="en-US" dirty="0">
                <a:latin typeface="Times New Roman" panose="02020603050405020304" pitchFamily="18" charset="0"/>
                <a:cs typeface="Times New Roman" panose="02020603050405020304" pitchFamily="18" charset="0"/>
              </a:rPr>
              <a:t>Power BI account. If you don’t have one, </a:t>
            </a:r>
          </a:p>
          <a:p>
            <a:r>
              <a:rPr lang="en-US" dirty="0">
                <a:latin typeface="Times New Roman" panose="02020603050405020304" pitchFamily="18" charset="0"/>
                <a:cs typeface="Times New Roman" panose="02020603050405020304" pitchFamily="18" charset="0"/>
              </a:rPr>
              <a:t>you’ll need to go old-school like the </a:t>
            </a:r>
          </a:p>
          <a:p>
            <a:r>
              <a:rPr lang="en-US" dirty="0">
                <a:latin typeface="Times New Roman" panose="02020603050405020304" pitchFamily="18" charset="0"/>
                <a:cs typeface="Times New Roman" panose="02020603050405020304" pitchFamily="18" charset="0"/>
              </a:rPr>
              <a:t>examples in this document – take </a:t>
            </a:r>
          </a:p>
          <a:p>
            <a:r>
              <a:rPr lang="en-US" dirty="0">
                <a:latin typeface="Times New Roman" panose="02020603050405020304" pitchFamily="18" charset="0"/>
                <a:cs typeface="Times New Roman" panose="02020603050405020304" pitchFamily="18" charset="0"/>
              </a:rPr>
              <a:t>screenshots and paste them into </a:t>
            </a:r>
          </a:p>
          <a:p>
            <a:r>
              <a:rPr lang="en-US" dirty="0">
                <a:latin typeface="Times New Roman" panose="02020603050405020304" pitchFamily="18" charset="0"/>
                <a:cs typeface="Times New Roman" panose="02020603050405020304" pitchFamily="18" charset="0"/>
              </a:rPr>
              <a:t>PowerPoint manually. Boo, indeed.</a:t>
            </a:r>
            <a:br>
              <a:rPr lang="en-US" b="0" dirty="0">
                <a:effectLst/>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8E1E2BD3-A8CF-2B63-6127-566F9137DD2D}"/>
              </a:ext>
            </a:extLst>
          </p:cNvPr>
          <p:cNvSpPr>
            <a:spLocks noGrp="1"/>
          </p:cNvSpPr>
          <p:nvPr>
            <p:ph type="sldNum" sz="quarter" idx="12"/>
          </p:nvPr>
        </p:nvSpPr>
        <p:spPr/>
        <p:txBody>
          <a:bodyPr/>
          <a:lstStyle/>
          <a:p>
            <a:fld id="{2CABD67E-E1C0-4388-A97C-FA10073BB0CC}" type="slidenum">
              <a:rPr lang="en-US" smtClean="0"/>
              <a:t>7</a:t>
            </a:fld>
            <a:endParaRPr lang="en-US"/>
          </a:p>
        </p:txBody>
      </p:sp>
      <p:pic>
        <p:nvPicPr>
          <p:cNvPr id="6" name="Picture 5">
            <a:extLst>
              <a:ext uri="{FF2B5EF4-FFF2-40B4-BE49-F238E27FC236}">
                <a16:creationId xmlns:a16="http://schemas.microsoft.com/office/drawing/2014/main" id="{34C46E19-4DA2-E644-FADA-1852F02841C8}"/>
              </a:ext>
            </a:extLst>
          </p:cNvPr>
          <p:cNvPicPr>
            <a:picLocks noChangeAspect="1"/>
          </p:cNvPicPr>
          <p:nvPr/>
        </p:nvPicPr>
        <p:blipFill>
          <a:blip r:embed="rId2"/>
          <a:stretch>
            <a:fillRect/>
          </a:stretch>
        </p:blipFill>
        <p:spPr>
          <a:xfrm>
            <a:off x="4622999" y="2587557"/>
            <a:ext cx="6730801" cy="3768793"/>
          </a:xfrm>
          <a:prstGeom prst="rect">
            <a:avLst/>
          </a:prstGeom>
          <a:ln w="28575">
            <a:solidFill>
              <a:schemeClr val="tx1"/>
            </a:solidFill>
          </a:ln>
        </p:spPr>
      </p:pic>
    </p:spTree>
    <p:extLst>
      <p:ext uri="{BB962C8B-B14F-4D97-AF65-F5344CB8AC3E}">
        <p14:creationId xmlns:p14="http://schemas.microsoft.com/office/powerpoint/2010/main" val="9686751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915334336FF39489AD376989C2463DA" ma:contentTypeVersion="4" ma:contentTypeDescription="Create a new document." ma:contentTypeScope="" ma:versionID="dde45f1ce68d70aad30586d8b4c49dca">
  <xsd:schema xmlns:xsd="http://www.w3.org/2001/XMLSchema" xmlns:xs="http://www.w3.org/2001/XMLSchema" xmlns:p="http://schemas.microsoft.com/office/2006/metadata/properties" xmlns:ns2="6139774f-2f17-4737-80b7-4205b78add2a" targetNamespace="http://schemas.microsoft.com/office/2006/metadata/properties" ma:root="true" ma:fieldsID="52a13c281503a1f798038433efadaf65" ns2:_="">
    <xsd:import namespace="6139774f-2f17-4737-80b7-4205b78add2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39774f-2f17-4737-80b7-4205b78add2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6CB4257-FA33-4637-A759-23BB73E607F1}">
  <ds:schemaRefs>
    <ds:schemaRef ds:uri="http://www.w3.org/XML/1998/namespace"/>
    <ds:schemaRef ds:uri="http://purl.org/dc/dcmitype/"/>
    <ds:schemaRef ds:uri="http://purl.org/dc/terms/"/>
    <ds:schemaRef ds:uri="http://schemas.microsoft.com/office/2006/documentManagement/types"/>
    <ds:schemaRef ds:uri="http://purl.org/dc/elements/1.1/"/>
    <ds:schemaRef ds:uri="http://schemas.microsoft.com/office/2006/metadata/properties"/>
    <ds:schemaRef ds:uri="6139774f-2f17-4737-80b7-4205b78add2a"/>
    <ds:schemaRef ds:uri="http://schemas.openxmlformats.org/package/2006/metadata/core-properties"/>
    <ds:schemaRef ds:uri="http://schemas.microsoft.com/office/infopath/2007/PartnerControls"/>
  </ds:schemaRefs>
</ds:datastoreItem>
</file>

<file path=customXml/itemProps2.xml><?xml version="1.0" encoding="utf-8"?>
<ds:datastoreItem xmlns:ds="http://schemas.openxmlformats.org/officeDocument/2006/customXml" ds:itemID="{EA5332D3-7498-4137-AABE-4021D9B349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139774f-2f17-4737-80b7-4205b78add2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993046A-2537-4A41-A489-0D21FD6D5A1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470</TotalTime>
  <Words>1039</Words>
  <Application>Microsoft Office PowerPoint</Application>
  <PresentationFormat>Widescreen</PresentationFormat>
  <Paragraphs>108</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Aptos</vt:lpstr>
      <vt:lpstr>Arial</vt:lpstr>
      <vt:lpstr>Calibri</vt:lpstr>
      <vt:lpstr>Calibri Light</vt:lpstr>
      <vt:lpstr>Consolas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Mishelle Jarosz</dc:creator>
  <cp:lastModifiedBy>Devon Locher</cp:lastModifiedBy>
  <cp:revision>2</cp:revision>
  <dcterms:created xsi:type="dcterms:W3CDTF">2022-05-17T17:10:34Z</dcterms:created>
  <dcterms:modified xsi:type="dcterms:W3CDTF">2025-12-13T21:12:14Z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0x010100F915334336FF39489AD376989C2463DA</vt:lpwstr>
  </property>
</Properties>
</file>